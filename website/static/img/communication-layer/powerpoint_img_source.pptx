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56" r:id="rId2"/>
    <p:sldId id="3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EFD5C7-1DE8-4077-AAC8-BF5347CF05DC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554AD-CA37-459A-AD41-9A8696F1450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91326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87182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5CB9F-3B20-BA3B-A5CC-3CAD76B73C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34C14-0368-5855-145C-E51908622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DA248-94B1-632C-77B2-032D88FA6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F5087-0872-57E5-7702-8508A669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77AC1-7543-BEFC-B50B-37121F990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025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3B01-DE69-0D02-D768-119E3D898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BB897-5AF1-E056-3499-7F2C69756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B43C1-B0B2-8752-8386-2D7E82C4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FB29B-ADC0-589D-9099-A6F21790B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CBAF3-E845-8EF7-3251-68D265C7B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0711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22792-DF2E-918B-F87D-813E25D2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3FCDB-99E6-D59A-5FF8-85166B931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7601E-E121-E785-E002-E425D3D71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BB9F4-2F0E-5575-BDC8-796B0E564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882BC-58BE-6C90-FD78-AD34059C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8596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D0AD-BD6B-98AC-B1D1-324BF3C58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38087-3E7E-D6B4-1ED8-A2C2011D1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562331-8BC4-17DC-F223-51E7435DC2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D7DD6-936A-222C-BB54-7B645A5FE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34AC3-D9BA-DCFC-4699-8B8A1AA0D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4C586-02B6-1869-C0E7-62738CDC1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5659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814E-8E5A-0CE7-BF00-766D607F7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B2B7C5-A940-8C43-AFEC-E0DC4AA28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62211-C9BF-1CF4-3B55-214E7F799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770C8D-9B9D-2DE8-1FFE-7F0BC4A8FF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675811-1E1C-4557-6071-EAA1D7659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4110BB-42F2-6FF5-B81D-F0C02D831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F249C7-6D9A-9E82-E5FD-CA1281C06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CA2B9A-3B81-8F48-C4E5-F3CAEA09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0653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547B9-7B1E-B33A-4BBE-14BF22D5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DC1CF8-81BC-5A3B-DD99-998891DF9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B419D2-2CC0-1C30-2E9C-99F1CABE4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E14736-E740-02D8-2727-193985B96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970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2936C-A307-B512-5223-1F41F4771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C1F47-976F-494D-75CF-DC61AF3A4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24060-4EAC-8EFB-73FA-499BDF01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038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5D4E-00ED-4801-3B98-F2FC67164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0F343-D7D7-4808-76B9-236352087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53696-4F4C-E924-619E-6A0B9E367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1068C-B4E4-C702-3AF9-4345FF53D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EDB93-E2BD-D8D1-2837-235E2E3AE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0E405-DC0B-FAAE-213A-1F611F7CB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106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359FE-3113-59B0-332E-0BB05F300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628D50-F7F3-0C42-AAE1-DC4CD9B87A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24859-E119-FCD8-5855-956226434B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9FA24-DB31-2B11-12BE-664D4B60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C9B30A-E845-4421-647A-B43E52F1E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18C10-CC22-7F5A-35B5-CCEBDA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567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574F2-C035-5113-79AC-7F7EB392D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B6D070-AAF6-C565-5744-01A4D6B1D4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0446C-B9FE-5367-2A4F-0C4F8F86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F06F8-67C7-6C53-F79C-F5693C33B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EED3C-3171-3926-52D3-FB34DE893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448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E67-CA67-3EB9-FEB2-A2A125ECBF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254330-8E9F-7BC4-16CE-544D75074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D85E8-8D08-5AFC-28B9-CF36602DC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CA5D4-131C-E2F1-691F-85A6CEB4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30FDC-7BCD-FDAB-57D8-4FBF3F63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4349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jdelijke aanduiding voor tekst 8">
            <a:extLst>
              <a:ext uri="{FF2B5EF4-FFF2-40B4-BE49-F238E27FC236}">
                <a16:creationId xmlns:a16="http://schemas.microsoft.com/office/drawing/2014/main" id="{915615AD-52F7-9706-466E-CF3ECD7151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GB" dirty="0"/>
              <a:t>11 September 2024</a:t>
            </a:r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849818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D1919-921F-8253-F718-53C7AAA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848B2-3AFA-B102-A82E-0021FFDCD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BCF6D-B118-A15E-A62B-77EA78D6E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5CDBC5-1A53-47AD-8124-4290C45B6D9D}" type="datetimeFigureOut">
              <a:rPr lang="nl-NL" smtClean="0"/>
              <a:t>25-11-2025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F9BFD-C7B2-8149-7D36-84561D6E6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5114F-A871-3DA3-A681-0A136254B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6029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3004D73-396F-ABE8-1BB0-09C1595BCD2B}"/>
              </a:ext>
            </a:extLst>
          </p:cNvPr>
          <p:cNvSpPr/>
          <p:nvPr/>
        </p:nvSpPr>
        <p:spPr>
          <a:xfrm>
            <a:off x="2031004" y="3402607"/>
            <a:ext cx="5983262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6F9BCE-55E7-4572-F09F-72B72AAA3A73}"/>
              </a:ext>
            </a:extLst>
          </p:cNvPr>
          <p:cNvSpPr/>
          <p:nvPr/>
        </p:nvSpPr>
        <p:spPr>
          <a:xfrm>
            <a:off x="2037070" y="796005"/>
            <a:ext cx="5989329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9574AE-DB4A-250F-91EA-DC238B782D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21" t="6092" r="10590" b="17705"/>
          <a:stretch/>
        </p:blipFill>
        <p:spPr>
          <a:xfrm>
            <a:off x="795005" y="3538667"/>
            <a:ext cx="1043189" cy="1003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0E1048-A10E-8678-E022-0433DC1B6DD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38" t="16882" r="9857" b="30645"/>
          <a:stretch/>
        </p:blipFill>
        <p:spPr>
          <a:xfrm>
            <a:off x="776834" y="1073858"/>
            <a:ext cx="1079531" cy="6950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532403A-7917-8F87-740F-53255DC9029A}"/>
              </a:ext>
            </a:extLst>
          </p:cNvPr>
          <p:cNvSpPr txBox="1"/>
          <p:nvPr/>
        </p:nvSpPr>
        <p:spPr>
          <a:xfrm>
            <a:off x="931192" y="4555962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LAN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29D8EC-4BBB-FCF8-E364-E7B552E0A40C}"/>
              </a:ext>
            </a:extLst>
          </p:cNvPr>
          <p:cNvSpPr txBox="1"/>
          <p:nvPr/>
        </p:nvSpPr>
        <p:spPr>
          <a:xfrm>
            <a:off x="931192" y="177444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WAN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D65AD84-D8E1-F17D-EABC-E20CBBFC6C0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4" t="15714" r="15899" b="30314"/>
          <a:stretch/>
        </p:blipFill>
        <p:spPr>
          <a:xfrm>
            <a:off x="945602" y="2534440"/>
            <a:ext cx="741995" cy="59069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930F33-6958-BD9A-CEBF-AE9E26151ECB}"/>
              </a:ext>
            </a:extLst>
          </p:cNvPr>
          <p:cNvCxnSpPr>
            <a:cxnSpLocks/>
          </p:cNvCxnSpPr>
          <p:nvPr/>
        </p:nvCxnSpPr>
        <p:spPr>
          <a:xfrm>
            <a:off x="2110849" y="2784971"/>
            <a:ext cx="5909483" cy="0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06BCB05-4537-4F9B-0551-08F7A6CFF36B}"/>
              </a:ext>
            </a:extLst>
          </p:cNvPr>
          <p:cNvGrpSpPr/>
          <p:nvPr/>
        </p:nvGrpSpPr>
        <p:grpSpPr>
          <a:xfrm>
            <a:off x="2609171" y="3567455"/>
            <a:ext cx="1117153" cy="988487"/>
            <a:chOff x="8353208" y="4667782"/>
            <a:chExt cx="1128358" cy="934679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A5A7C93-F33E-4D12-2A2A-CAC0BC22AFE5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66038B35-3850-A2A7-91D6-E83A6F4F36E6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93BE1AE6-D426-DC76-2541-4423D2DC0726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A6B19B1-5C3C-B973-14C5-753DED5AB9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E4A0C2-27D4-F8DD-C895-44CD23493EA6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flipH="1">
            <a:off x="3726324" y="4098452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C9B238-0A31-D81D-C4EC-06A3D96916E4}"/>
              </a:ext>
            </a:extLst>
          </p:cNvPr>
          <p:cNvCxnSpPr>
            <a:cxnSpLocks/>
            <a:stCxn id="78" idx="1"/>
            <a:endCxn id="64" idx="3"/>
          </p:cNvCxnSpPr>
          <p:nvPr/>
        </p:nvCxnSpPr>
        <p:spPr>
          <a:xfrm flipH="1">
            <a:off x="3732299" y="1487246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C446E82-8178-7D80-409A-5C15134687E2}"/>
              </a:ext>
            </a:extLst>
          </p:cNvPr>
          <p:cNvCxnSpPr>
            <a:cxnSpLocks/>
            <a:stCxn id="78" idx="1"/>
            <a:endCxn id="43" idx="3"/>
          </p:cNvCxnSpPr>
          <p:nvPr/>
        </p:nvCxnSpPr>
        <p:spPr>
          <a:xfrm flipH="1">
            <a:off x="3726324" y="1487246"/>
            <a:ext cx="2821825" cy="262069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E2EEDB-744D-EEC8-C66E-5C87061C65D0}"/>
              </a:ext>
            </a:extLst>
          </p:cNvPr>
          <p:cNvCxnSpPr>
            <a:cxnSpLocks/>
            <a:stCxn id="64" idx="3"/>
            <a:endCxn id="53" idx="1"/>
          </p:cNvCxnSpPr>
          <p:nvPr/>
        </p:nvCxnSpPr>
        <p:spPr>
          <a:xfrm>
            <a:off x="3732299" y="1496730"/>
            <a:ext cx="2809875" cy="2601722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569E37-15E5-5D6E-2292-2BC67FA1F5C1}"/>
              </a:ext>
            </a:extLst>
          </p:cNvPr>
          <p:cNvGrpSpPr/>
          <p:nvPr/>
        </p:nvGrpSpPr>
        <p:grpSpPr>
          <a:xfrm>
            <a:off x="6542174" y="3557971"/>
            <a:ext cx="1117153" cy="988487"/>
            <a:chOff x="8423059" y="4051227"/>
            <a:chExt cx="919128" cy="81326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BCB2869-C4EE-83A6-0C23-21D2F558EDBD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0371902C-4977-995E-F992-A0628B3B864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C27196E0-3F95-8333-0202-D397615E644F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55EAF0D7-25C4-C173-1DA4-D4D0F1129D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91E5A26-47BF-449F-BA51-B2C87472A334}"/>
              </a:ext>
            </a:extLst>
          </p:cNvPr>
          <p:cNvGrpSpPr/>
          <p:nvPr/>
        </p:nvGrpSpPr>
        <p:grpSpPr>
          <a:xfrm>
            <a:off x="2615146" y="956249"/>
            <a:ext cx="1117153" cy="988487"/>
            <a:chOff x="8353208" y="4667782"/>
            <a:chExt cx="1128358" cy="934679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1978AC76-1DD8-AE4D-ED85-A6EA0DBB3EF6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B1A5393-4B8F-673D-FC71-3D93953F299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7ED838A0-85D8-EC35-C83D-842C989718C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73DCC678-DCD8-719B-440D-1E1AB9ED5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02AEE97-1157-0501-1B4C-26804D4A41EA}"/>
              </a:ext>
            </a:extLst>
          </p:cNvPr>
          <p:cNvGrpSpPr/>
          <p:nvPr/>
        </p:nvGrpSpPr>
        <p:grpSpPr>
          <a:xfrm>
            <a:off x="6548149" y="946764"/>
            <a:ext cx="1117153" cy="988487"/>
            <a:chOff x="8423059" y="4051227"/>
            <a:chExt cx="919128" cy="813269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B31B2D4-A3B0-D906-6548-56DF9A4C71DC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8CD8420A-45D9-C1CA-8194-0FE0074A81CB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5A765468-1B9A-439B-0EB0-B71DEE2F4E0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0430C26A-2122-132C-D1C0-C1FC0E6C00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1D92AE3F-4AF5-984C-25B6-3327C55278EB}"/>
              </a:ext>
            </a:extLst>
          </p:cNvPr>
          <p:cNvSpPr>
            <a:spLocks noChangeAspect="1"/>
          </p:cNvSpPr>
          <p:nvPr/>
        </p:nvSpPr>
        <p:spPr>
          <a:xfrm>
            <a:off x="4954371" y="3908525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B454349-87A5-D8EB-0AF5-7C02F8D273AD}"/>
              </a:ext>
            </a:extLst>
          </p:cNvPr>
          <p:cNvSpPr>
            <a:spLocks noChangeAspect="1"/>
          </p:cNvSpPr>
          <p:nvPr/>
        </p:nvSpPr>
        <p:spPr>
          <a:xfrm>
            <a:off x="4959905" y="2590598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0C689C9-7B14-8D13-9008-473B1B2D1856}"/>
              </a:ext>
            </a:extLst>
          </p:cNvPr>
          <p:cNvSpPr>
            <a:spLocks noChangeAspect="1"/>
          </p:cNvSpPr>
          <p:nvPr/>
        </p:nvSpPr>
        <p:spPr>
          <a:xfrm>
            <a:off x="4954371" y="1284903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34A4F3-5C0F-80EB-4D46-55CF7B5C5423}"/>
              </a:ext>
            </a:extLst>
          </p:cNvPr>
          <p:cNvSpPr txBox="1"/>
          <p:nvPr/>
        </p:nvSpPr>
        <p:spPr>
          <a:xfrm>
            <a:off x="9138133" y="2219762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B58602-24A6-2ACE-8CFE-CEFB1BF3A6BA}"/>
              </a:ext>
            </a:extLst>
          </p:cNvPr>
          <p:cNvSpPr txBox="1"/>
          <p:nvPr/>
        </p:nvSpPr>
        <p:spPr>
          <a:xfrm>
            <a:off x="9138133" y="2657518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AEC9C8E-7F91-5E61-891C-DD9C80586316}"/>
              </a:ext>
            </a:extLst>
          </p:cNvPr>
          <p:cNvSpPr txBox="1"/>
          <p:nvPr/>
        </p:nvSpPr>
        <p:spPr>
          <a:xfrm>
            <a:off x="9138133" y="3087586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C047382-FBAF-52CA-18E3-163252B9A430}"/>
              </a:ext>
            </a:extLst>
          </p:cNvPr>
          <p:cNvSpPr txBox="1"/>
          <p:nvPr/>
        </p:nvSpPr>
        <p:spPr>
          <a:xfrm>
            <a:off x="9408442" y="2257871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WAN-WAN interaction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B84823C-2E9F-C85A-FD5B-B8BC3FFA6A3D}"/>
              </a:ext>
            </a:extLst>
          </p:cNvPr>
          <p:cNvSpPr txBox="1"/>
          <p:nvPr/>
        </p:nvSpPr>
        <p:spPr>
          <a:xfrm>
            <a:off x="9408441" y="2700534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WAN-LAN interaction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0681F1A-7D01-01A3-F94A-3509A7EF948A}"/>
              </a:ext>
            </a:extLst>
          </p:cNvPr>
          <p:cNvSpPr txBox="1"/>
          <p:nvPr/>
        </p:nvSpPr>
        <p:spPr>
          <a:xfrm>
            <a:off x="9408441" y="3112370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LAN-LAN interaction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56FCDAC-495F-E3C0-43D9-67C834E1291D}"/>
              </a:ext>
            </a:extLst>
          </p:cNvPr>
          <p:cNvSpPr>
            <a:spLocks noChangeAspect="1"/>
          </p:cNvSpPr>
          <p:nvPr/>
        </p:nvSpPr>
        <p:spPr>
          <a:xfrm>
            <a:off x="8659596" y="305032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BC0F77D-1562-F8D1-E8C8-954534B6EC41}"/>
              </a:ext>
            </a:extLst>
          </p:cNvPr>
          <p:cNvSpPr>
            <a:spLocks noChangeAspect="1"/>
          </p:cNvSpPr>
          <p:nvPr/>
        </p:nvSpPr>
        <p:spPr>
          <a:xfrm>
            <a:off x="8659596" y="2607171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9D4C48-8349-AD47-82DD-CD1E6991901C}"/>
              </a:ext>
            </a:extLst>
          </p:cNvPr>
          <p:cNvSpPr>
            <a:spLocks noChangeAspect="1"/>
          </p:cNvSpPr>
          <p:nvPr/>
        </p:nvSpPr>
        <p:spPr>
          <a:xfrm>
            <a:off x="8659596" y="216401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A3E75E-7895-E0F2-EB8C-8C12610C30A8}"/>
              </a:ext>
            </a:extLst>
          </p:cNvPr>
          <p:cNvSpPr txBox="1"/>
          <p:nvPr/>
        </p:nvSpPr>
        <p:spPr>
          <a:xfrm>
            <a:off x="931192" y="311237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Firewall/NAT</a:t>
            </a:r>
          </a:p>
        </p:txBody>
      </p:sp>
    </p:spTree>
    <p:extLst>
      <p:ext uri="{BB962C8B-B14F-4D97-AF65-F5344CB8AC3E}">
        <p14:creationId xmlns:p14="http://schemas.microsoft.com/office/powerpoint/2010/main" val="1355541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40375" y="9921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40375" y="1708943"/>
            <a:ext cx="952500" cy="573882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31445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908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90875" y="42973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92875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89600" y="47085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092575" y="1282700"/>
            <a:ext cx="1447800" cy="71318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309687"/>
            <a:ext cx="1447800" cy="65563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stCxn id="19" idx="3"/>
            <a:endCxn id="16" idx="1"/>
          </p:cNvCxnSpPr>
          <p:nvPr/>
        </p:nvCxnSpPr>
        <p:spPr>
          <a:xfrm flipV="1">
            <a:off x="4143375" y="1995884"/>
            <a:ext cx="1397000" cy="261897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stCxn id="21" idx="1"/>
            <a:endCxn id="13" idx="3"/>
          </p:cNvCxnSpPr>
          <p:nvPr/>
        </p:nvCxnSpPr>
        <p:spPr>
          <a:xfrm flipH="1" flipV="1">
            <a:off x="4092575" y="1965325"/>
            <a:ext cx="1597025" cy="30607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7340600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WAN S2 pairing server (</a:t>
            </a:r>
            <a:r>
              <a:rPr lang="en-US" dirty="0"/>
              <a:t>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504825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6470650" y="29352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2225675" y="2958306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3178175" y="1309687"/>
            <a:ext cx="2362200" cy="19661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stCxn id="14" idx="3"/>
            <a:endCxn id="34" idx="1"/>
          </p:cNvCxnSpPr>
          <p:nvPr/>
        </p:nvCxnSpPr>
        <p:spPr>
          <a:xfrm>
            <a:off x="4092575" y="1279525"/>
            <a:ext cx="2378075" cy="197326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>
            <a:off x="4143375" y="5026025"/>
            <a:ext cx="1546225" cy="27463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endCxn id="17" idx="0"/>
          </p:cNvCxnSpPr>
          <p:nvPr/>
        </p:nvCxnSpPr>
        <p:spPr>
          <a:xfrm>
            <a:off x="1409700" y="3600450"/>
            <a:ext cx="917575" cy="56038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 flipH="1">
            <a:off x="7505700" y="3600451"/>
            <a:ext cx="739775" cy="56038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 flipV="1">
            <a:off x="4143375" y="5184775"/>
            <a:ext cx="1546225" cy="26035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97509"/>
            <a:ext cx="16383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92427"/>
            <a:ext cx="22423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</p:spTree>
    <p:extLst>
      <p:ext uri="{BB962C8B-B14F-4D97-AF65-F5344CB8AC3E}">
        <p14:creationId xmlns:p14="http://schemas.microsoft.com/office/powerpoint/2010/main" val="210920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99</Words>
  <Application>Microsoft Office PowerPoint</Application>
  <PresentationFormat>Widescreen</PresentationFormat>
  <Paragraphs>40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Wijbrandi, W.E. (Wilco)</dc:creator>
  <cp:lastModifiedBy>Wijbrandi, W.E. (Wilco)</cp:lastModifiedBy>
  <cp:revision>12</cp:revision>
  <dcterms:created xsi:type="dcterms:W3CDTF">2025-11-20T09:11:09Z</dcterms:created>
  <dcterms:modified xsi:type="dcterms:W3CDTF">2025-11-25T08:43:35Z</dcterms:modified>
</cp:coreProperties>
</file>