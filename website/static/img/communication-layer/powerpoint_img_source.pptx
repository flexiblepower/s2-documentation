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56" r:id="rId2"/>
    <p:sldId id="366" r:id="rId3"/>
    <p:sldId id="357" r:id="rId4"/>
    <p:sldId id="367" r:id="rId5"/>
    <p:sldId id="358" r:id="rId6"/>
    <p:sldId id="362" r:id="rId7"/>
    <p:sldId id="363" r:id="rId8"/>
    <p:sldId id="364" r:id="rId9"/>
    <p:sldId id="365" r:id="rId10"/>
    <p:sldId id="359" r:id="rId11"/>
    <p:sldId id="360" r:id="rId12"/>
    <p:sldId id="361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FD5C7-1DE8-4077-AAC8-BF5347CF05DC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554AD-CA37-459A-AD41-9A8696F1450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132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7182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8071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554AD-CA37-459A-AD41-9A8696F1450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6583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CB9F-3B20-BA3B-A5CC-3CAD76B73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34C14-0368-5855-145C-E51908622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DA248-94B1-632C-77B2-032D88FA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F5087-0872-57E5-7702-8508A669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77AC1-7543-BEFC-B50B-37121F99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302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3B01-DE69-0D02-D768-119E3D898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BB897-5AF1-E056-3499-7F2C69756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B43C1-B0B2-8752-8386-2D7E82C4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B29B-ADC0-589D-9099-A6F21790B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BAF3-E845-8EF7-3251-68D265C7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071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2792-DF2E-918B-F87D-813E25D2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3FCDB-99E6-D59A-5FF8-85166B931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7601E-E121-E785-E002-E425D3D7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BB9F4-2F0E-5575-BDC8-796B0E56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882BC-58BE-6C90-FD78-AD34059C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859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D0AD-BD6B-98AC-B1D1-324BF3C58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38087-3E7E-D6B4-1ED8-A2C2011D1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62331-8BC4-17DC-F223-51E7435DC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D7DD6-936A-222C-BB54-7B645A5F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34AC3-D9BA-DCFC-4699-8B8A1AA0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4C586-02B6-1869-C0E7-62738CDC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565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814E-8E5A-0CE7-BF00-766D607F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B7C5-A940-8C43-AFEC-E0DC4AA28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62211-C9BF-1CF4-3B55-214E7F799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70C8D-9B9D-2DE8-1FFE-7F0BC4A8F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75811-1E1C-4557-6071-EAA1D7659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110BB-42F2-6FF5-B81D-F0C02D83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249C7-6D9A-9E82-E5FD-CA1281C0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CA2B9A-3B81-8F48-C4E5-F3CAEA0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0653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47B9-7B1E-B33A-4BBE-14BF22D5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C1CF8-81BC-5A3B-DD99-998891DF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419D2-2CC0-1C30-2E9C-99F1CABE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14736-E740-02D8-2727-193985B9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397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936C-A307-B512-5223-1F41F477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C1F47-976F-494D-75CF-DC61AF3A4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24060-4EAC-8EFB-73FA-499BDF01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038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5D4E-00ED-4801-3B98-F2FC6716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0F343-D7D7-4808-76B9-236352087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53696-4F4C-E924-619E-6A0B9E367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1068C-B4E4-C702-3AF9-4345FF53D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EDB93-E2BD-D8D1-2837-235E2E3A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0E405-DC0B-FAAE-213A-1F611F7C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106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59FE-3113-59B0-332E-0BB05F30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28D50-F7F3-0C42-AAE1-DC4CD9B87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24859-E119-FCD8-5855-956226434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9FA24-DB31-2B11-12BE-664D4B60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9B30A-E845-4421-647A-B43E52F1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18C10-CC22-7F5A-35B5-CCEBDA64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567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74F2-C035-5113-79AC-7F7EB392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6D070-AAF6-C565-5744-01A4D6B1D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0446C-B9FE-5367-2A4F-0C4F8F86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F06F8-67C7-6C53-F79C-F5693C33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ED3C-3171-3926-52D3-FB34DE89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448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EBE67-CA67-3EB9-FEB2-A2A125ECB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54330-8E9F-7BC4-16CE-544D75074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85E8-8D08-5AFC-28B9-CF36602D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CA5D4-131C-E2F1-691F-85A6CEB4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0FDC-7BCD-FDAB-57D8-4FBF3F63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4434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jdelijke aanduiding voor tekst 8">
            <a:extLst>
              <a:ext uri="{FF2B5EF4-FFF2-40B4-BE49-F238E27FC236}">
                <a16:creationId xmlns:a16="http://schemas.microsoft.com/office/drawing/2014/main" id="{915615AD-52F7-9706-466E-CF3ECD715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bg1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23" name="Titel 122">
            <a:extLst>
              <a:ext uri="{FF2B5EF4-FFF2-40B4-BE49-F238E27FC236}">
                <a16:creationId xmlns:a16="http://schemas.microsoft.com/office/drawing/2014/main" id="{ADDD288F-1F47-09DE-8053-359936D93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Place a title here</a:t>
            </a:r>
          </a:p>
        </p:txBody>
      </p:sp>
      <p:sp>
        <p:nvSpPr>
          <p:cNvPr id="125" name="Tijdelijke aanduiding voor datum 124">
            <a:extLst>
              <a:ext uri="{FF2B5EF4-FFF2-40B4-BE49-F238E27FC236}">
                <a16:creationId xmlns:a16="http://schemas.microsoft.com/office/drawing/2014/main" id="{9BF91E09-0796-D143-BEA8-50AE4C4E74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dirty="0"/>
              <a:t>11 September 2024</a:t>
            </a:r>
          </a:p>
        </p:txBody>
      </p:sp>
      <p:sp>
        <p:nvSpPr>
          <p:cNvPr id="126" name="Tijdelijke aanduiding voor voettekst 125">
            <a:extLst>
              <a:ext uri="{FF2B5EF4-FFF2-40B4-BE49-F238E27FC236}">
                <a16:creationId xmlns:a16="http://schemas.microsoft.com/office/drawing/2014/main" id="{945383CF-2308-C6FE-2656-72D2225DE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7" name="Tijdelijke aanduiding voor dianummer 126">
            <a:extLst>
              <a:ext uri="{FF2B5EF4-FFF2-40B4-BE49-F238E27FC236}">
                <a16:creationId xmlns:a16="http://schemas.microsoft.com/office/drawing/2014/main" id="{27485487-1F01-ECE4-6915-9AF97883D7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9B99D79-B181-A06F-B39D-F37E799B1A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138" y="1412876"/>
            <a:ext cx="10752136" cy="4392612"/>
          </a:xfrm>
        </p:spPr>
        <p:txBody>
          <a:bodyPr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3" name="Tijdelijke aanduiding voor tekst 8">
            <a:extLst>
              <a:ext uri="{FF2B5EF4-FFF2-40B4-BE49-F238E27FC236}">
                <a16:creationId xmlns:a16="http://schemas.microsoft.com/office/drawing/2014/main" id="{8FFA4539-CB58-F330-56D6-E3280017F0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84981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D1919-921F-8253-F718-53C7AAA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848B2-3AFA-B102-A82E-0021FFDCD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BCF6D-B118-A15E-A62B-77EA78D6E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CDBC5-1A53-47AD-8124-4290C45B6D9D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F9BFD-C7B2-8149-7D36-84561D6E6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5114F-A871-3DA3-A681-0A136254B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E73F-C120-4751-B18A-D3B442D4E6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6029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3004D73-396F-ABE8-1BB0-09C1595BCD2B}"/>
              </a:ext>
            </a:extLst>
          </p:cNvPr>
          <p:cNvSpPr/>
          <p:nvPr/>
        </p:nvSpPr>
        <p:spPr>
          <a:xfrm>
            <a:off x="2031004" y="3402607"/>
            <a:ext cx="5983262" cy="131755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6F9BCE-55E7-4572-F09F-72B72AAA3A73}"/>
              </a:ext>
            </a:extLst>
          </p:cNvPr>
          <p:cNvSpPr/>
          <p:nvPr/>
        </p:nvSpPr>
        <p:spPr>
          <a:xfrm>
            <a:off x="2037070" y="796005"/>
            <a:ext cx="5989329" cy="131755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9574AE-DB4A-250F-91EA-DC238B782D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1" t="6092" r="10590" b="17705"/>
          <a:stretch/>
        </p:blipFill>
        <p:spPr>
          <a:xfrm>
            <a:off x="795005" y="3538667"/>
            <a:ext cx="1043189" cy="10038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0E1048-A10E-8678-E022-0433DC1B6D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8" t="16882" r="9857" b="30645"/>
          <a:stretch/>
        </p:blipFill>
        <p:spPr>
          <a:xfrm>
            <a:off x="776834" y="1073858"/>
            <a:ext cx="1079531" cy="6950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32403A-7917-8F87-740F-53255DC9029A}"/>
              </a:ext>
            </a:extLst>
          </p:cNvPr>
          <p:cNvSpPr txBox="1"/>
          <p:nvPr/>
        </p:nvSpPr>
        <p:spPr>
          <a:xfrm>
            <a:off x="931192" y="4555962"/>
            <a:ext cx="770815" cy="3405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/>
              <a:t>LAN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9D8EC-4BBB-FCF8-E364-E7B552E0A40C}"/>
              </a:ext>
            </a:extLst>
          </p:cNvPr>
          <p:cNvSpPr txBox="1"/>
          <p:nvPr/>
        </p:nvSpPr>
        <p:spPr>
          <a:xfrm>
            <a:off x="931192" y="1774440"/>
            <a:ext cx="770815" cy="3405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/>
              <a:t>WAN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65AD84-D8E1-F17D-EABC-E20CBBFC6C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t="15714" r="15899" b="30314"/>
          <a:stretch/>
        </p:blipFill>
        <p:spPr>
          <a:xfrm>
            <a:off x="945602" y="2534440"/>
            <a:ext cx="741995" cy="5906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930F33-6958-BD9A-CEBF-AE9E26151ECB}"/>
              </a:ext>
            </a:extLst>
          </p:cNvPr>
          <p:cNvCxnSpPr>
            <a:cxnSpLocks/>
          </p:cNvCxnSpPr>
          <p:nvPr/>
        </p:nvCxnSpPr>
        <p:spPr>
          <a:xfrm>
            <a:off x="2110849" y="2784971"/>
            <a:ext cx="5909483" cy="0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6BCB05-4537-4F9B-0551-08F7A6CFF36B}"/>
              </a:ext>
            </a:extLst>
          </p:cNvPr>
          <p:cNvGrpSpPr/>
          <p:nvPr/>
        </p:nvGrpSpPr>
        <p:grpSpPr>
          <a:xfrm>
            <a:off x="2609171" y="3567455"/>
            <a:ext cx="1117153" cy="988487"/>
            <a:chOff x="8353208" y="4667782"/>
            <a:chExt cx="1128358" cy="93467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A5A7C93-F33E-4D12-2A2A-CAC0BC22AFE5}"/>
                </a:ext>
              </a:extLst>
            </p:cNvPr>
            <p:cNvGrpSpPr/>
            <p:nvPr/>
          </p:nvGrpSpPr>
          <p:grpSpPr>
            <a:xfrm>
              <a:off x="8353208" y="4667782"/>
              <a:ext cx="1128358" cy="934679"/>
              <a:chOff x="722600" y="1403560"/>
              <a:chExt cx="2867520" cy="197972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6038B35-3850-A2A7-91D6-E83A6F4F36E6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93BE1AE6-D426-DC76-2541-4423D2DC0726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CEM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A6B19B1-5C3C-B973-14C5-753DED5AB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1" t="15362" r="14904" b="29650"/>
            <a:stretch/>
          </p:blipFill>
          <p:spPr>
            <a:xfrm>
              <a:off x="8535126" y="4924662"/>
              <a:ext cx="752124" cy="580663"/>
            </a:xfrm>
            <a:prstGeom prst="rect">
              <a:avLst/>
            </a:prstGeom>
          </p:spPr>
        </p:pic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E4A0C2-27D4-F8DD-C895-44CD23493EA6}"/>
              </a:ext>
            </a:extLst>
          </p:cNvPr>
          <p:cNvCxnSpPr>
            <a:cxnSpLocks/>
            <a:stCxn id="53" idx="1"/>
            <a:endCxn id="43" idx="3"/>
          </p:cNvCxnSpPr>
          <p:nvPr/>
        </p:nvCxnSpPr>
        <p:spPr>
          <a:xfrm flipH="1">
            <a:off x="3726324" y="4098452"/>
            <a:ext cx="2815850" cy="9484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5C9B238-0A31-D81D-C4EC-06A3D96916E4}"/>
              </a:ext>
            </a:extLst>
          </p:cNvPr>
          <p:cNvCxnSpPr>
            <a:cxnSpLocks/>
            <a:stCxn id="78" idx="1"/>
            <a:endCxn id="64" idx="3"/>
          </p:cNvCxnSpPr>
          <p:nvPr/>
        </p:nvCxnSpPr>
        <p:spPr>
          <a:xfrm flipH="1">
            <a:off x="3732299" y="1487246"/>
            <a:ext cx="2815850" cy="9484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46E82-8178-7D80-409A-5C15134687E2}"/>
              </a:ext>
            </a:extLst>
          </p:cNvPr>
          <p:cNvCxnSpPr>
            <a:cxnSpLocks/>
            <a:stCxn id="78" idx="1"/>
            <a:endCxn id="43" idx="3"/>
          </p:cNvCxnSpPr>
          <p:nvPr/>
        </p:nvCxnSpPr>
        <p:spPr>
          <a:xfrm flipH="1">
            <a:off x="3726324" y="1487246"/>
            <a:ext cx="2821825" cy="262069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E2EEDB-744D-EEC8-C66E-5C87061C65D0}"/>
              </a:ext>
            </a:extLst>
          </p:cNvPr>
          <p:cNvCxnSpPr>
            <a:cxnSpLocks/>
            <a:stCxn id="64" idx="3"/>
            <a:endCxn id="53" idx="1"/>
          </p:cNvCxnSpPr>
          <p:nvPr/>
        </p:nvCxnSpPr>
        <p:spPr>
          <a:xfrm>
            <a:off x="3732299" y="1496730"/>
            <a:ext cx="2809875" cy="260172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0569E37-15E5-5D6E-2292-2BC67FA1F5C1}"/>
              </a:ext>
            </a:extLst>
          </p:cNvPr>
          <p:cNvGrpSpPr/>
          <p:nvPr/>
        </p:nvGrpSpPr>
        <p:grpSpPr>
          <a:xfrm>
            <a:off x="6542174" y="3557971"/>
            <a:ext cx="1117153" cy="988487"/>
            <a:chOff x="8423059" y="4051227"/>
            <a:chExt cx="919128" cy="81326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BCB2869-C4EE-83A6-0C23-21D2F558EDBD}"/>
                </a:ext>
              </a:extLst>
            </p:cNvPr>
            <p:cNvGrpSpPr/>
            <p:nvPr/>
          </p:nvGrpSpPr>
          <p:grpSpPr>
            <a:xfrm>
              <a:off x="8423059" y="4051227"/>
              <a:ext cx="919128" cy="813269"/>
              <a:chOff x="722600" y="1403560"/>
              <a:chExt cx="2867520" cy="1979720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0371902C-4977-995E-F992-A0628B3B864A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27196E0-3F95-8333-0202-D397615E644F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RM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5EAF0D7-25C4-C173-1DA4-D4D0F1129D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40" t="10688" r="12706" b="29192"/>
            <a:stretch/>
          </p:blipFill>
          <p:spPr>
            <a:xfrm>
              <a:off x="8567664" y="4268803"/>
              <a:ext cx="624564" cy="50229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91E5A26-47BF-449F-BA51-B2C87472A334}"/>
              </a:ext>
            </a:extLst>
          </p:cNvPr>
          <p:cNvGrpSpPr/>
          <p:nvPr/>
        </p:nvGrpSpPr>
        <p:grpSpPr>
          <a:xfrm>
            <a:off x="2615146" y="956249"/>
            <a:ext cx="1117153" cy="988487"/>
            <a:chOff x="8353208" y="4667782"/>
            <a:chExt cx="1128358" cy="934679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978AC76-1DD8-AE4D-ED85-A6EA0DBB3EF6}"/>
                </a:ext>
              </a:extLst>
            </p:cNvPr>
            <p:cNvGrpSpPr/>
            <p:nvPr/>
          </p:nvGrpSpPr>
          <p:grpSpPr>
            <a:xfrm>
              <a:off x="8353208" y="4667782"/>
              <a:ext cx="1128358" cy="934679"/>
              <a:chOff x="722600" y="1403560"/>
              <a:chExt cx="2867520" cy="1979720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9B1A5393-4B8F-673D-FC71-3D93953F299A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7ED838A0-85D8-EC35-C83D-842C989718C7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CEM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73DCC678-DCD8-719B-440D-1E1AB9ED55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1" t="15362" r="14904" b="29650"/>
            <a:stretch/>
          </p:blipFill>
          <p:spPr>
            <a:xfrm>
              <a:off x="8535126" y="4924662"/>
              <a:ext cx="752124" cy="580663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02AEE97-1157-0501-1B4C-26804D4A41EA}"/>
              </a:ext>
            </a:extLst>
          </p:cNvPr>
          <p:cNvGrpSpPr/>
          <p:nvPr/>
        </p:nvGrpSpPr>
        <p:grpSpPr>
          <a:xfrm>
            <a:off x="6548149" y="946764"/>
            <a:ext cx="1117153" cy="988487"/>
            <a:chOff x="8423059" y="4051227"/>
            <a:chExt cx="919128" cy="813269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B31B2D4-A3B0-D906-6548-56DF9A4C71DC}"/>
                </a:ext>
              </a:extLst>
            </p:cNvPr>
            <p:cNvGrpSpPr/>
            <p:nvPr/>
          </p:nvGrpSpPr>
          <p:grpSpPr>
            <a:xfrm>
              <a:off x="8423059" y="4051227"/>
              <a:ext cx="919128" cy="813269"/>
              <a:chOff x="722600" y="1403560"/>
              <a:chExt cx="2867520" cy="1979720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8CD8420A-45D9-C1CA-8194-0FE0074A81CB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5A765468-1B9A-439B-0EB0-B71DEE2F4E07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RM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430C26A-2122-132C-D1C0-C1FC0E6C0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40" t="10688" r="12706" b="29192"/>
            <a:stretch/>
          </p:blipFill>
          <p:spPr>
            <a:xfrm>
              <a:off x="8567664" y="4268803"/>
              <a:ext cx="624564" cy="502299"/>
            </a:xfrm>
            <a:prstGeom prst="rect">
              <a:avLst/>
            </a:prstGeom>
          </p:spPr>
        </p:pic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1D92AE3F-4AF5-984C-25B6-3327C55278EB}"/>
              </a:ext>
            </a:extLst>
          </p:cNvPr>
          <p:cNvSpPr>
            <a:spLocks noChangeAspect="1"/>
          </p:cNvSpPr>
          <p:nvPr/>
        </p:nvSpPr>
        <p:spPr>
          <a:xfrm>
            <a:off x="4954371" y="3908525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LL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B454349-87A5-D8EB-0AF5-7C02F8D273AD}"/>
              </a:ext>
            </a:extLst>
          </p:cNvPr>
          <p:cNvSpPr>
            <a:spLocks noChangeAspect="1"/>
          </p:cNvSpPr>
          <p:nvPr/>
        </p:nvSpPr>
        <p:spPr>
          <a:xfrm>
            <a:off x="4959905" y="2590598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0C689C9-7B14-8D13-9008-473B1B2D1856}"/>
              </a:ext>
            </a:extLst>
          </p:cNvPr>
          <p:cNvSpPr>
            <a:spLocks noChangeAspect="1"/>
          </p:cNvSpPr>
          <p:nvPr/>
        </p:nvSpPr>
        <p:spPr>
          <a:xfrm>
            <a:off x="4954371" y="1284903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WW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234A4F3-5C0F-80EB-4D46-55CF7B5C5423}"/>
              </a:ext>
            </a:extLst>
          </p:cNvPr>
          <p:cNvSpPr txBox="1"/>
          <p:nvPr/>
        </p:nvSpPr>
        <p:spPr>
          <a:xfrm>
            <a:off x="9138133" y="2219762"/>
            <a:ext cx="337699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=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B58602-24A6-2ACE-8CFE-CEFB1BF3A6BA}"/>
              </a:ext>
            </a:extLst>
          </p:cNvPr>
          <p:cNvSpPr txBox="1"/>
          <p:nvPr/>
        </p:nvSpPr>
        <p:spPr>
          <a:xfrm>
            <a:off x="9138133" y="2657518"/>
            <a:ext cx="337699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EC9C8E-7F91-5E61-891C-DD9C80586316}"/>
              </a:ext>
            </a:extLst>
          </p:cNvPr>
          <p:cNvSpPr txBox="1"/>
          <p:nvPr/>
        </p:nvSpPr>
        <p:spPr>
          <a:xfrm>
            <a:off x="9138133" y="3087586"/>
            <a:ext cx="337699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=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047382-FBAF-52CA-18E3-163252B9A430}"/>
              </a:ext>
            </a:extLst>
          </p:cNvPr>
          <p:cNvSpPr txBox="1"/>
          <p:nvPr/>
        </p:nvSpPr>
        <p:spPr>
          <a:xfrm>
            <a:off x="9408442" y="2257871"/>
            <a:ext cx="2242324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WAN-WAN interaction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B84823C-2E9F-C85A-FD5B-B8BC3FFA6A3D}"/>
              </a:ext>
            </a:extLst>
          </p:cNvPr>
          <p:cNvSpPr txBox="1"/>
          <p:nvPr/>
        </p:nvSpPr>
        <p:spPr>
          <a:xfrm>
            <a:off x="9408441" y="2700534"/>
            <a:ext cx="2242324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WAN-LAN interaction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0681F1A-7D01-01A3-F94A-3509A7EF948A}"/>
              </a:ext>
            </a:extLst>
          </p:cNvPr>
          <p:cNvSpPr txBox="1"/>
          <p:nvPr/>
        </p:nvSpPr>
        <p:spPr>
          <a:xfrm>
            <a:off x="9408441" y="3112370"/>
            <a:ext cx="2242324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LAN-LAN interaction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6FCDAC-495F-E3C0-43D9-67C834E1291D}"/>
              </a:ext>
            </a:extLst>
          </p:cNvPr>
          <p:cNvSpPr>
            <a:spLocks noChangeAspect="1"/>
          </p:cNvSpPr>
          <p:nvPr/>
        </p:nvSpPr>
        <p:spPr>
          <a:xfrm>
            <a:off x="8659596" y="3050326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LL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BC0F77D-1562-F8D1-E8C8-954534B6EC41}"/>
              </a:ext>
            </a:extLst>
          </p:cNvPr>
          <p:cNvSpPr>
            <a:spLocks noChangeAspect="1"/>
          </p:cNvSpPr>
          <p:nvPr/>
        </p:nvSpPr>
        <p:spPr>
          <a:xfrm>
            <a:off x="8659596" y="2607171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WL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9D4C48-8349-AD47-82DD-CD1E6991901C}"/>
              </a:ext>
            </a:extLst>
          </p:cNvPr>
          <p:cNvSpPr>
            <a:spLocks noChangeAspect="1"/>
          </p:cNvSpPr>
          <p:nvPr/>
        </p:nvSpPr>
        <p:spPr>
          <a:xfrm>
            <a:off x="8659596" y="2164016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A3E75E-7895-E0F2-EB8C-8C12610C30A8}"/>
              </a:ext>
            </a:extLst>
          </p:cNvPr>
          <p:cNvSpPr txBox="1"/>
          <p:nvPr/>
        </p:nvSpPr>
        <p:spPr>
          <a:xfrm>
            <a:off x="931192" y="3112370"/>
            <a:ext cx="770815" cy="3405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/>
              <a:t>Firewall/NAT</a:t>
            </a:r>
          </a:p>
        </p:txBody>
      </p:sp>
    </p:spTree>
    <p:extLst>
      <p:ext uri="{BB962C8B-B14F-4D97-AF65-F5344CB8AC3E}">
        <p14:creationId xmlns:p14="http://schemas.microsoft.com/office/powerpoint/2010/main" val="135554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3004D73-396F-ABE8-1BB0-09C1595BCD2B}"/>
              </a:ext>
            </a:extLst>
          </p:cNvPr>
          <p:cNvSpPr/>
          <p:nvPr/>
        </p:nvSpPr>
        <p:spPr>
          <a:xfrm>
            <a:off x="2031004" y="3402607"/>
            <a:ext cx="5983262" cy="131755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6F9BCE-55E7-4572-F09F-72B72AAA3A73}"/>
              </a:ext>
            </a:extLst>
          </p:cNvPr>
          <p:cNvSpPr/>
          <p:nvPr/>
        </p:nvSpPr>
        <p:spPr>
          <a:xfrm>
            <a:off x="2037070" y="796005"/>
            <a:ext cx="5989329" cy="131755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9574AE-DB4A-250F-91EA-DC238B782D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1" t="6092" r="10590" b="17705"/>
          <a:stretch/>
        </p:blipFill>
        <p:spPr>
          <a:xfrm>
            <a:off x="795005" y="3538667"/>
            <a:ext cx="1043189" cy="10038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0E1048-A10E-8678-E022-0433DC1B6D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8" t="16882" r="9857" b="30645"/>
          <a:stretch/>
        </p:blipFill>
        <p:spPr>
          <a:xfrm>
            <a:off x="776834" y="1073858"/>
            <a:ext cx="1079531" cy="6950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32403A-7917-8F87-740F-53255DC9029A}"/>
              </a:ext>
            </a:extLst>
          </p:cNvPr>
          <p:cNvSpPr txBox="1"/>
          <p:nvPr/>
        </p:nvSpPr>
        <p:spPr>
          <a:xfrm>
            <a:off x="931192" y="4555962"/>
            <a:ext cx="770815" cy="3405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/>
              <a:t>LAN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9D8EC-4BBB-FCF8-E364-E7B552E0A40C}"/>
              </a:ext>
            </a:extLst>
          </p:cNvPr>
          <p:cNvSpPr txBox="1"/>
          <p:nvPr/>
        </p:nvSpPr>
        <p:spPr>
          <a:xfrm>
            <a:off x="931192" y="1774440"/>
            <a:ext cx="770815" cy="3405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/>
              <a:t>WAN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65AD84-D8E1-F17D-EABC-E20CBBFC6C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t="15714" r="15899" b="30314"/>
          <a:stretch/>
        </p:blipFill>
        <p:spPr>
          <a:xfrm>
            <a:off x="945602" y="2534440"/>
            <a:ext cx="741995" cy="5906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930F33-6958-BD9A-CEBF-AE9E26151ECB}"/>
              </a:ext>
            </a:extLst>
          </p:cNvPr>
          <p:cNvCxnSpPr>
            <a:cxnSpLocks/>
          </p:cNvCxnSpPr>
          <p:nvPr/>
        </p:nvCxnSpPr>
        <p:spPr>
          <a:xfrm>
            <a:off x="2110849" y="2784971"/>
            <a:ext cx="5909483" cy="0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6BCB05-4537-4F9B-0551-08F7A6CFF36B}"/>
              </a:ext>
            </a:extLst>
          </p:cNvPr>
          <p:cNvGrpSpPr/>
          <p:nvPr/>
        </p:nvGrpSpPr>
        <p:grpSpPr>
          <a:xfrm>
            <a:off x="2609171" y="3567455"/>
            <a:ext cx="1117153" cy="988487"/>
            <a:chOff x="8353208" y="4667782"/>
            <a:chExt cx="1128358" cy="93467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A5A7C93-F33E-4D12-2A2A-CAC0BC22AFE5}"/>
                </a:ext>
              </a:extLst>
            </p:cNvPr>
            <p:cNvGrpSpPr/>
            <p:nvPr/>
          </p:nvGrpSpPr>
          <p:grpSpPr>
            <a:xfrm>
              <a:off x="8353208" y="4667782"/>
              <a:ext cx="1128358" cy="934679"/>
              <a:chOff x="722600" y="1403560"/>
              <a:chExt cx="2867520" cy="197972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6038B35-3850-A2A7-91D6-E83A6F4F36E6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93BE1AE6-D426-DC76-2541-4423D2DC0726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CEM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A6B19B1-5C3C-B973-14C5-753DED5AB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1" t="15362" r="14904" b="29650"/>
            <a:stretch/>
          </p:blipFill>
          <p:spPr>
            <a:xfrm>
              <a:off x="8535126" y="4924662"/>
              <a:ext cx="752124" cy="580663"/>
            </a:xfrm>
            <a:prstGeom prst="rect">
              <a:avLst/>
            </a:prstGeom>
          </p:spPr>
        </p:pic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E4A0C2-27D4-F8DD-C895-44CD23493EA6}"/>
              </a:ext>
            </a:extLst>
          </p:cNvPr>
          <p:cNvCxnSpPr>
            <a:cxnSpLocks/>
            <a:stCxn id="53" idx="1"/>
            <a:endCxn id="43" idx="3"/>
          </p:cNvCxnSpPr>
          <p:nvPr/>
        </p:nvCxnSpPr>
        <p:spPr>
          <a:xfrm flipH="1">
            <a:off x="3726324" y="4098452"/>
            <a:ext cx="2815850" cy="9484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5C9B238-0A31-D81D-C4EC-06A3D96916E4}"/>
              </a:ext>
            </a:extLst>
          </p:cNvPr>
          <p:cNvCxnSpPr>
            <a:cxnSpLocks/>
            <a:stCxn id="78" idx="1"/>
            <a:endCxn id="64" idx="3"/>
          </p:cNvCxnSpPr>
          <p:nvPr/>
        </p:nvCxnSpPr>
        <p:spPr>
          <a:xfrm flipH="1">
            <a:off x="3732299" y="1487246"/>
            <a:ext cx="2815850" cy="9484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46E82-8178-7D80-409A-5C15134687E2}"/>
              </a:ext>
            </a:extLst>
          </p:cNvPr>
          <p:cNvCxnSpPr>
            <a:cxnSpLocks/>
            <a:stCxn id="78" idx="1"/>
            <a:endCxn id="43" idx="3"/>
          </p:cNvCxnSpPr>
          <p:nvPr/>
        </p:nvCxnSpPr>
        <p:spPr>
          <a:xfrm flipH="1">
            <a:off x="3726324" y="1487246"/>
            <a:ext cx="2821825" cy="262069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E2EEDB-744D-EEC8-C66E-5C87061C65D0}"/>
              </a:ext>
            </a:extLst>
          </p:cNvPr>
          <p:cNvCxnSpPr>
            <a:cxnSpLocks/>
            <a:stCxn id="64" idx="3"/>
            <a:endCxn id="53" idx="1"/>
          </p:cNvCxnSpPr>
          <p:nvPr/>
        </p:nvCxnSpPr>
        <p:spPr>
          <a:xfrm>
            <a:off x="3732299" y="1496730"/>
            <a:ext cx="2809875" cy="260172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0569E37-15E5-5D6E-2292-2BC67FA1F5C1}"/>
              </a:ext>
            </a:extLst>
          </p:cNvPr>
          <p:cNvGrpSpPr/>
          <p:nvPr/>
        </p:nvGrpSpPr>
        <p:grpSpPr>
          <a:xfrm>
            <a:off x="6542174" y="3557971"/>
            <a:ext cx="1117153" cy="988487"/>
            <a:chOff x="8423059" y="4051227"/>
            <a:chExt cx="919128" cy="81326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BCB2869-C4EE-83A6-0C23-21D2F558EDBD}"/>
                </a:ext>
              </a:extLst>
            </p:cNvPr>
            <p:cNvGrpSpPr/>
            <p:nvPr/>
          </p:nvGrpSpPr>
          <p:grpSpPr>
            <a:xfrm>
              <a:off x="8423059" y="4051227"/>
              <a:ext cx="919128" cy="813269"/>
              <a:chOff x="722600" y="1403560"/>
              <a:chExt cx="2867520" cy="1979720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0371902C-4977-995E-F992-A0628B3B864A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27196E0-3F95-8333-0202-D397615E644F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RM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5EAF0D7-25C4-C173-1DA4-D4D0F1129D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40" t="10688" r="12706" b="29192"/>
            <a:stretch/>
          </p:blipFill>
          <p:spPr>
            <a:xfrm>
              <a:off x="8567664" y="4268803"/>
              <a:ext cx="624564" cy="50229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91E5A26-47BF-449F-BA51-B2C87472A334}"/>
              </a:ext>
            </a:extLst>
          </p:cNvPr>
          <p:cNvGrpSpPr/>
          <p:nvPr/>
        </p:nvGrpSpPr>
        <p:grpSpPr>
          <a:xfrm>
            <a:off x="2615146" y="956249"/>
            <a:ext cx="1117153" cy="988487"/>
            <a:chOff x="8353208" y="4667782"/>
            <a:chExt cx="1128358" cy="934679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978AC76-1DD8-AE4D-ED85-A6EA0DBB3EF6}"/>
                </a:ext>
              </a:extLst>
            </p:cNvPr>
            <p:cNvGrpSpPr/>
            <p:nvPr/>
          </p:nvGrpSpPr>
          <p:grpSpPr>
            <a:xfrm>
              <a:off x="8353208" y="4667782"/>
              <a:ext cx="1128358" cy="934679"/>
              <a:chOff x="722600" y="1403560"/>
              <a:chExt cx="2867520" cy="1979720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9B1A5393-4B8F-673D-FC71-3D93953F299A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7ED838A0-85D8-EC35-C83D-842C989718C7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CEM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73DCC678-DCD8-719B-440D-1E1AB9ED55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1" t="15362" r="14904" b="29650"/>
            <a:stretch/>
          </p:blipFill>
          <p:spPr>
            <a:xfrm>
              <a:off x="8535126" y="4924662"/>
              <a:ext cx="752124" cy="580663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02AEE97-1157-0501-1B4C-26804D4A41EA}"/>
              </a:ext>
            </a:extLst>
          </p:cNvPr>
          <p:cNvGrpSpPr/>
          <p:nvPr/>
        </p:nvGrpSpPr>
        <p:grpSpPr>
          <a:xfrm>
            <a:off x="6548149" y="946764"/>
            <a:ext cx="1117153" cy="988487"/>
            <a:chOff x="8423059" y="4051227"/>
            <a:chExt cx="919128" cy="813269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B31B2D4-A3B0-D906-6548-56DF9A4C71DC}"/>
                </a:ext>
              </a:extLst>
            </p:cNvPr>
            <p:cNvGrpSpPr/>
            <p:nvPr/>
          </p:nvGrpSpPr>
          <p:grpSpPr>
            <a:xfrm>
              <a:off x="8423059" y="4051227"/>
              <a:ext cx="919128" cy="813269"/>
              <a:chOff x="722600" y="1403560"/>
              <a:chExt cx="2867520" cy="1979720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8CD8420A-45D9-C1CA-8194-0FE0074A81CB}"/>
                  </a:ext>
                </a:extLst>
              </p:cNvPr>
              <p:cNvSpPr/>
              <p:nvPr/>
            </p:nvSpPr>
            <p:spPr>
              <a:xfrm>
                <a:off x="722600" y="1588770"/>
                <a:ext cx="2867520" cy="1794510"/>
              </a:xfrm>
              <a:prstGeom prst="roundRect">
                <a:avLst>
                  <a:gd name="adj" fmla="val 14056"/>
                </a:avLst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5A765468-1B9A-439B-0EB0-B71DEE2F4E07}"/>
                  </a:ext>
                </a:extLst>
              </p:cNvPr>
              <p:cNvSpPr/>
              <p:nvPr/>
            </p:nvSpPr>
            <p:spPr>
              <a:xfrm>
                <a:off x="1155342" y="1403560"/>
                <a:ext cx="2025179" cy="3759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dirty="0">
                    <a:solidFill>
                      <a:prstClr val="black"/>
                    </a:solidFill>
                    <a:latin typeface="Aptos" panose="02110004020202020204"/>
                  </a:rPr>
                  <a:t>RM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430C26A-2122-132C-D1C0-C1FC0E6C0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40" t="10688" r="12706" b="29192"/>
            <a:stretch/>
          </p:blipFill>
          <p:spPr>
            <a:xfrm>
              <a:off x="8567664" y="4268803"/>
              <a:ext cx="624564" cy="502299"/>
            </a:xfrm>
            <a:prstGeom prst="rect">
              <a:avLst/>
            </a:prstGeom>
          </p:spPr>
        </p:pic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1D92AE3F-4AF5-984C-25B6-3327C55278EB}"/>
              </a:ext>
            </a:extLst>
          </p:cNvPr>
          <p:cNvSpPr>
            <a:spLocks noChangeAspect="1"/>
          </p:cNvSpPr>
          <p:nvPr/>
        </p:nvSpPr>
        <p:spPr>
          <a:xfrm>
            <a:off x="4954371" y="3908525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LL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B454349-87A5-D8EB-0AF5-7C02F8D273AD}"/>
              </a:ext>
            </a:extLst>
          </p:cNvPr>
          <p:cNvSpPr>
            <a:spLocks noChangeAspect="1"/>
          </p:cNvSpPr>
          <p:nvPr/>
        </p:nvSpPr>
        <p:spPr>
          <a:xfrm>
            <a:off x="4959905" y="2590598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0C689C9-7B14-8D13-9008-473B1B2D1856}"/>
              </a:ext>
            </a:extLst>
          </p:cNvPr>
          <p:cNvSpPr>
            <a:spLocks noChangeAspect="1"/>
          </p:cNvSpPr>
          <p:nvPr/>
        </p:nvSpPr>
        <p:spPr>
          <a:xfrm>
            <a:off x="4954371" y="1284903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WW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234A4F3-5C0F-80EB-4D46-55CF7B5C5423}"/>
              </a:ext>
            </a:extLst>
          </p:cNvPr>
          <p:cNvSpPr txBox="1"/>
          <p:nvPr/>
        </p:nvSpPr>
        <p:spPr>
          <a:xfrm>
            <a:off x="9138133" y="2219762"/>
            <a:ext cx="337699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=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B58602-24A6-2ACE-8CFE-CEFB1BF3A6BA}"/>
              </a:ext>
            </a:extLst>
          </p:cNvPr>
          <p:cNvSpPr txBox="1"/>
          <p:nvPr/>
        </p:nvSpPr>
        <p:spPr>
          <a:xfrm>
            <a:off x="9138133" y="2657518"/>
            <a:ext cx="337699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EC9C8E-7F91-5E61-891C-DD9C80586316}"/>
              </a:ext>
            </a:extLst>
          </p:cNvPr>
          <p:cNvSpPr txBox="1"/>
          <p:nvPr/>
        </p:nvSpPr>
        <p:spPr>
          <a:xfrm>
            <a:off x="9138133" y="3087586"/>
            <a:ext cx="337699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=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047382-FBAF-52CA-18E3-163252B9A430}"/>
              </a:ext>
            </a:extLst>
          </p:cNvPr>
          <p:cNvSpPr txBox="1"/>
          <p:nvPr/>
        </p:nvSpPr>
        <p:spPr>
          <a:xfrm>
            <a:off x="9408442" y="2257871"/>
            <a:ext cx="2242324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WAN-WAN interaction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B84823C-2E9F-C85A-FD5B-B8BC3FFA6A3D}"/>
              </a:ext>
            </a:extLst>
          </p:cNvPr>
          <p:cNvSpPr txBox="1"/>
          <p:nvPr/>
        </p:nvSpPr>
        <p:spPr>
          <a:xfrm>
            <a:off x="9408441" y="2700534"/>
            <a:ext cx="2242324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WAN-LAN interaction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0681F1A-7D01-01A3-F94A-3509A7EF948A}"/>
              </a:ext>
            </a:extLst>
          </p:cNvPr>
          <p:cNvSpPr txBox="1"/>
          <p:nvPr/>
        </p:nvSpPr>
        <p:spPr>
          <a:xfrm>
            <a:off x="9408441" y="3112370"/>
            <a:ext cx="2242324" cy="2737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LAN-LAN interaction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6FCDAC-495F-E3C0-43D9-67C834E1291D}"/>
              </a:ext>
            </a:extLst>
          </p:cNvPr>
          <p:cNvSpPr>
            <a:spLocks noChangeAspect="1"/>
          </p:cNvSpPr>
          <p:nvPr/>
        </p:nvSpPr>
        <p:spPr>
          <a:xfrm>
            <a:off x="8659596" y="3050326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LL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BC0F77D-1562-F8D1-E8C8-954534B6EC41}"/>
              </a:ext>
            </a:extLst>
          </p:cNvPr>
          <p:cNvSpPr>
            <a:spLocks noChangeAspect="1"/>
          </p:cNvSpPr>
          <p:nvPr/>
        </p:nvSpPr>
        <p:spPr>
          <a:xfrm>
            <a:off x="8659596" y="2607171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WL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9D4C48-8349-AD47-82DD-CD1E6991901C}"/>
              </a:ext>
            </a:extLst>
          </p:cNvPr>
          <p:cNvSpPr>
            <a:spLocks noChangeAspect="1"/>
          </p:cNvSpPr>
          <p:nvPr/>
        </p:nvSpPr>
        <p:spPr>
          <a:xfrm>
            <a:off x="8659596" y="2164016"/>
            <a:ext cx="348246" cy="3482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050" dirty="0">
                <a:solidFill>
                  <a:schemeClr val="tx1"/>
                </a:solidFill>
              </a:rPr>
              <a:t>WW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A3E75E-7895-E0F2-EB8C-8C12610C30A8}"/>
              </a:ext>
            </a:extLst>
          </p:cNvPr>
          <p:cNvSpPr txBox="1"/>
          <p:nvPr/>
        </p:nvSpPr>
        <p:spPr>
          <a:xfrm>
            <a:off x="931192" y="3112370"/>
            <a:ext cx="770815" cy="3405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/>
              <a:t>Firewall/NAT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E6D26F-6D8C-9717-2630-ADF8AC5508B2}"/>
              </a:ext>
            </a:extLst>
          </p:cNvPr>
          <p:cNvSpPr/>
          <p:nvPr/>
        </p:nvSpPr>
        <p:spPr>
          <a:xfrm>
            <a:off x="3547094" y="4351193"/>
            <a:ext cx="653567" cy="390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249EC3-D4E1-0EC1-54C5-73B20464198F}"/>
              </a:ext>
            </a:extLst>
          </p:cNvPr>
          <p:cNvSpPr/>
          <p:nvPr/>
        </p:nvSpPr>
        <p:spPr>
          <a:xfrm>
            <a:off x="6051210" y="4358656"/>
            <a:ext cx="653567" cy="390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Client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D1675F-31EC-6BBD-B112-17488627CA9C}"/>
              </a:ext>
            </a:extLst>
          </p:cNvPr>
          <p:cNvSpPr/>
          <p:nvPr/>
        </p:nvSpPr>
        <p:spPr>
          <a:xfrm>
            <a:off x="5979989" y="890406"/>
            <a:ext cx="653567" cy="390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6D87A2-ABDA-F803-5EFE-BACBD0718524}"/>
              </a:ext>
            </a:extLst>
          </p:cNvPr>
          <p:cNvSpPr/>
          <p:nvPr/>
        </p:nvSpPr>
        <p:spPr>
          <a:xfrm>
            <a:off x="5975890" y="1722871"/>
            <a:ext cx="653567" cy="390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Client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0683CB-1AB8-F030-DC8D-D01159BDB624}"/>
              </a:ext>
            </a:extLst>
          </p:cNvPr>
          <p:cNvSpPr/>
          <p:nvPr/>
        </p:nvSpPr>
        <p:spPr>
          <a:xfrm>
            <a:off x="3302685" y="1844749"/>
            <a:ext cx="653567" cy="390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120F69-0733-3FDE-BD78-595044757D5C}"/>
              </a:ext>
            </a:extLst>
          </p:cNvPr>
          <p:cNvSpPr/>
          <p:nvPr/>
        </p:nvSpPr>
        <p:spPr>
          <a:xfrm>
            <a:off x="3547093" y="3611292"/>
            <a:ext cx="653567" cy="390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105089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56908-631C-A946-CA7C-BC0F199DD7C9}"/>
              </a:ext>
            </a:extLst>
          </p:cNvPr>
          <p:cNvSpPr/>
          <p:nvPr/>
        </p:nvSpPr>
        <p:spPr>
          <a:xfrm>
            <a:off x="285750" y="527050"/>
            <a:ext cx="8966200" cy="3168650"/>
          </a:xfrm>
          <a:prstGeom prst="roundRect">
            <a:avLst>
              <a:gd name="adj" fmla="val 7047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WAN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20053-53CA-1C18-5A5A-51780A3647FA}"/>
              </a:ext>
            </a:extLst>
          </p:cNvPr>
          <p:cNvSpPr/>
          <p:nvPr/>
        </p:nvSpPr>
        <p:spPr>
          <a:xfrm>
            <a:off x="285750" y="3797300"/>
            <a:ext cx="8966200" cy="2457450"/>
          </a:xfrm>
          <a:prstGeom prst="roundRect">
            <a:avLst>
              <a:gd name="adj" fmla="val 1545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LAN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126E8-99F4-D76F-7801-689EBEB600B5}"/>
              </a:ext>
            </a:extLst>
          </p:cNvPr>
          <p:cNvSpPr/>
          <p:nvPr/>
        </p:nvSpPr>
        <p:spPr>
          <a:xfrm>
            <a:off x="126365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88E25-9DBA-DF4B-4EC5-739275C675D1}"/>
              </a:ext>
            </a:extLst>
          </p:cNvPr>
          <p:cNvSpPr/>
          <p:nvPr/>
        </p:nvSpPr>
        <p:spPr>
          <a:xfrm>
            <a:off x="643890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73434F-CADA-380C-1A38-19D95C53EBE3}"/>
              </a:ext>
            </a:extLst>
          </p:cNvPr>
          <p:cNvSpPr/>
          <p:nvPr/>
        </p:nvSpPr>
        <p:spPr>
          <a:xfrm>
            <a:off x="3140075" y="16478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E1177-930F-6716-3237-09AD8C2D6CEC}"/>
              </a:ext>
            </a:extLst>
          </p:cNvPr>
          <p:cNvSpPr/>
          <p:nvPr/>
        </p:nvSpPr>
        <p:spPr>
          <a:xfrm>
            <a:off x="3140075" y="9620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53188-E57E-D8CD-7DFD-C362895E1405}"/>
              </a:ext>
            </a:extLst>
          </p:cNvPr>
          <p:cNvSpPr/>
          <p:nvPr/>
        </p:nvSpPr>
        <p:spPr>
          <a:xfrm>
            <a:off x="5540375" y="992187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29D31-929A-986A-A645-33F8BA3DA5D4}"/>
              </a:ext>
            </a:extLst>
          </p:cNvPr>
          <p:cNvSpPr/>
          <p:nvPr/>
        </p:nvSpPr>
        <p:spPr>
          <a:xfrm>
            <a:off x="5540375" y="1708943"/>
            <a:ext cx="952500" cy="5738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E8A78-2D4D-5D4B-0A46-7FE9C5008F54}"/>
              </a:ext>
            </a:extLst>
          </p:cNvPr>
          <p:cNvSpPr/>
          <p:nvPr/>
        </p:nvSpPr>
        <p:spPr>
          <a:xfrm>
            <a:off x="1314450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1A3C1D-3797-E81C-38EB-2A18657B1A16}"/>
              </a:ext>
            </a:extLst>
          </p:cNvPr>
          <p:cNvSpPr/>
          <p:nvPr/>
        </p:nvSpPr>
        <p:spPr>
          <a:xfrm>
            <a:off x="3190875" y="498316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3BAC1C-2572-4429-A655-466D373D08D3}"/>
              </a:ext>
            </a:extLst>
          </p:cNvPr>
          <p:cNvSpPr/>
          <p:nvPr/>
        </p:nvSpPr>
        <p:spPr>
          <a:xfrm>
            <a:off x="3190875" y="429736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5F1AA1-C89D-1011-85A0-384765AE0A1E}"/>
              </a:ext>
            </a:extLst>
          </p:cNvPr>
          <p:cNvSpPr/>
          <p:nvPr/>
        </p:nvSpPr>
        <p:spPr>
          <a:xfrm>
            <a:off x="6492875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37C4B3-B2C6-35F2-CBE2-5BA86408C4F8}"/>
              </a:ext>
            </a:extLst>
          </p:cNvPr>
          <p:cNvSpPr/>
          <p:nvPr/>
        </p:nvSpPr>
        <p:spPr>
          <a:xfrm>
            <a:off x="5689600" y="47085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234164-57A6-A875-9D4F-E356849162A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092575" y="1282700"/>
            <a:ext cx="1447800" cy="71318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4F570E-6707-489C-2F74-8D50E901BFDC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092575" y="1309687"/>
            <a:ext cx="1447800" cy="65563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3D2D35-57BC-DD80-8805-416FAC2BF850}"/>
              </a:ext>
            </a:extLst>
          </p:cNvPr>
          <p:cNvCxnSpPr>
            <a:stCxn id="19" idx="3"/>
            <a:endCxn id="16" idx="1"/>
          </p:cNvCxnSpPr>
          <p:nvPr/>
        </p:nvCxnSpPr>
        <p:spPr>
          <a:xfrm flipV="1">
            <a:off x="4143375" y="1995884"/>
            <a:ext cx="1397000" cy="261897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A5C046-B9B0-6020-2546-B49DF100D3B6}"/>
              </a:ext>
            </a:extLst>
          </p:cNvPr>
          <p:cNvCxnSpPr>
            <a:stCxn id="21" idx="1"/>
            <a:endCxn id="13" idx="3"/>
          </p:cNvCxnSpPr>
          <p:nvPr/>
        </p:nvCxnSpPr>
        <p:spPr>
          <a:xfrm flipH="1" flipV="1">
            <a:off x="4092575" y="1965325"/>
            <a:ext cx="1597025" cy="30607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4FB8A6-827A-9FFF-8508-0BFEA9A0DA85}"/>
              </a:ext>
            </a:extLst>
          </p:cNvPr>
          <p:cNvSpPr/>
          <p:nvPr/>
        </p:nvSpPr>
        <p:spPr>
          <a:xfrm>
            <a:off x="7340600" y="2768601"/>
            <a:ext cx="1809750" cy="8318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 S2 pairing server (</a:t>
            </a:r>
            <a:r>
              <a:rPr lang="en-US" dirty="0"/>
              <a:t>optional)</a:t>
            </a:r>
            <a:endParaRPr lang="nl-NL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DE182A-62BE-68A8-AE4E-7D608448A132}"/>
              </a:ext>
            </a:extLst>
          </p:cNvPr>
          <p:cNvSpPr/>
          <p:nvPr/>
        </p:nvSpPr>
        <p:spPr>
          <a:xfrm>
            <a:off x="504825" y="2768601"/>
            <a:ext cx="1809750" cy="8318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4E4902-6BD7-1CCA-4B12-D7E721E7AED8}"/>
              </a:ext>
            </a:extLst>
          </p:cNvPr>
          <p:cNvSpPr/>
          <p:nvPr/>
        </p:nvSpPr>
        <p:spPr>
          <a:xfrm>
            <a:off x="6470650" y="2935287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DD34D4-2ECA-602D-F9F0-3ACC3D95AA3A}"/>
              </a:ext>
            </a:extLst>
          </p:cNvPr>
          <p:cNvSpPr/>
          <p:nvPr/>
        </p:nvSpPr>
        <p:spPr>
          <a:xfrm>
            <a:off x="2225675" y="2958306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7FED19-8CE3-3B9C-9606-30928EA6F5F2}"/>
              </a:ext>
            </a:extLst>
          </p:cNvPr>
          <p:cNvCxnSpPr>
            <a:cxnSpLocks/>
            <a:stCxn id="15" idx="1"/>
            <a:endCxn id="35" idx="3"/>
          </p:cNvCxnSpPr>
          <p:nvPr/>
        </p:nvCxnSpPr>
        <p:spPr>
          <a:xfrm flipH="1">
            <a:off x="3178175" y="1309687"/>
            <a:ext cx="2362200" cy="196611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532AFB-44BD-DCB8-39C1-8F83E36A42DE}"/>
              </a:ext>
            </a:extLst>
          </p:cNvPr>
          <p:cNvCxnSpPr>
            <a:stCxn id="14" idx="3"/>
            <a:endCxn id="34" idx="1"/>
          </p:cNvCxnSpPr>
          <p:nvPr/>
        </p:nvCxnSpPr>
        <p:spPr>
          <a:xfrm>
            <a:off x="4092575" y="1279525"/>
            <a:ext cx="2378075" cy="197326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26B5F6-51F0-BFD8-9F5A-B255A7164174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flipH="1">
            <a:off x="4143375" y="5026025"/>
            <a:ext cx="1546225" cy="27463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CEE905-7024-31B0-5D9E-D9DD73AC8F28}"/>
              </a:ext>
            </a:extLst>
          </p:cNvPr>
          <p:cNvCxnSpPr>
            <a:endCxn id="17" idx="0"/>
          </p:cNvCxnSpPr>
          <p:nvPr/>
        </p:nvCxnSpPr>
        <p:spPr>
          <a:xfrm>
            <a:off x="1409700" y="3600450"/>
            <a:ext cx="917575" cy="56038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0BCB05-D42F-2FBA-328F-CB10F038E91D}"/>
              </a:ext>
            </a:extLst>
          </p:cNvPr>
          <p:cNvCxnSpPr>
            <a:cxnSpLocks/>
            <a:stCxn id="32" idx="2"/>
            <a:endCxn id="20" idx="0"/>
          </p:cNvCxnSpPr>
          <p:nvPr/>
        </p:nvCxnSpPr>
        <p:spPr>
          <a:xfrm flipH="1">
            <a:off x="7505700" y="3600451"/>
            <a:ext cx="739775" cy="56038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32CE25-6C31-27C0-0F92-7C69903E84D9}"/>
              </a:ext>
            </a:extLst>
          </p:cNvPr>
          <p:cNvCxnSpPr>
            <a:cxnSpLocks/>
          </p:cNvCxnSpPr>
          <p:nvPr/>
        </p:nvCxnSpPr>
        <p:spPr>
          <a:xfrm flipV="1">
            <a:off x="4143375" y="5184775"/>
            <a:ext cx="1546225" cy="26035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99F49D-96AA-A3E5-5064-8A4D1894C8ED}"/>
              </a:ext>
            </a:extLst>
          </p:cNvPr>
          <p:cNvCxnSpPr>
            <a:cxnSpLocks/>
          </p:cNvCxnSpPr>
          <p:nvPr/>
        </p:nvCxnSpPr>
        <p:spPr>
          <a:xfrm>
            <a:off x="9699238" y="1647825"/>
            <a:ext cx="17176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82631D-1DE4-86BB-3D90-A130D4327AB4}"/>
              </a:ext>
            </a:extLst>
          </p:cNvPr>
          <p:cNvSpPr txBox="1"/>
          <p:nvPr/>
        </p:nvSpPr>
        <p:spPr>
          <a:xfrm>
            <a:off x="9685764" y="1741207"/>
            <a:ext cx="2242324" cy="46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pointing from initiator to responder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62B194-4BBB-A562-D69F-BDD5158AC653}"/>
              </a:ext>
            </a:extLst>
          </p:cNvPr>
          <p:cNvCxnSpPr>
            <a:cxnSpLocks/>
          </p:cNvCxnSpPr>
          <p:nvPr/>
        </p:nvCxnSpPr>
        <p:spPr>
          <a:xfrm flipH="1">
            <a:off x="9743688" y="2297509"/>
            <a:ext cx="16383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6EF9BC8-86F3-140F-7C39-92C2D5642783}"/>
              </a:ext>
            </a:extLst>
          </p:cNvPr>
          <p:cNvSpPr txBox="1"/>
          <p:nvPr/>
        </p:nvSpPr>
        <p:spPr>
          <a:xfrm>
            <a:off x="9679801" y="2392427"/>
            <a:ext cx="224232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Proprietary connection between cloud representative and S2 node (out of scope)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6470C-E8C4-85DB-A3D4-27BE5D288623}"/>
              </a:ext>
            </a:extLst>
          </p:cNvPr>
          <p:cNvCxnSpPr>
            <a:cxnSpLocks/>
          </p:cNvCxnSpPr>
          <p:nvPr/>
        </p:nvCxnSpPr>
        <p:spPr>
          <a:xfrm>
            <a:off x="9699238" y="3376215"/>
            <a:ext cx="173711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21D9F9-6ADF-9BDD-F959-E45715951CB0}"/>
              </a:ext>
            </a:extLst>
          </p:cNvPr>
          <p:cNvSpPr txBox="1"/>
          <p:nvPr/>
        </p:nvSpPr>
        <p:spPr>
          <a:xfrm>
            <a:off x="9692501" y="3448112"/>
            <a:ext cx="2242324" cy="665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Reverse pairing procedure based on long polling (LAN-LAN only)</a:t>
            </a:r>
          </a:p>
        </p:txBody>
      </p:sp>
    </p:spTree>
    <p:extLst>
      <p:ext uri="{BB962C8B-B14F-4D97-AF65-F5344CB8AC3E}">
        <p14:creationId xmlns:p14="http://schemas.microsoft.com/office/powerpoint/2010/main" val="210920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56908-631C-A946-CA7C-BC0F199DD7C9}"/>
              </a:ext>
            </a:extLst>
          </p:cNvPr>
          <p:cNvSpPr/>
          <p:nvPr/>
        </p:nvSpPr>
        <p:spPr>
          <a:xfrm>
            <a:off x="285750" y="527050"/>
            <a:ext cx="8966200" cy="3168650"/>
          </a:xfrm>
          <a:prstGeom prst="roundRect">
            <a:avLst>
              <a:gd name="adj" fmla="val 7047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WAN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20053-53CA-1C18-5A5A-51780A3647FA}"/>
              </a:ext>
            </a:extLst>
          </p:cNvPr>
          <p:cNvSpPr/>
          <p:nvPr/>
        </p:nvSpPr>
        <p:spPr>
          <a:xfrm>
            <a:off x="285750" y="3797300"/>
            <a:ext cx="8966200" cy="2457450"/>
          </a:xfrm>
          <a:prstGeom prst="roundRect">
            <a:avLst>
              <a:gd name="adj" fmla="val 1545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LAN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126E8-99F4-D76F-7801-689EBEB600B5}"/>
              </a:ext>
            </a:extLst>
          </p:cNvPr>
          <p:cNvSpPr/>
          <p:nvPr/>
        </p:nvSpPr>
        <p:spPr>
          <a:xfrm>
            <a:off x="126365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CEM application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88E25-9DBA-DF4B-4EC5-739275C675D1}"/>
              </a:ext>
            </a:extLst>
          </p:cNvPr>
          <p:cNvSpPr/>
          <p:nvPr/>
        </p:nvSpPr>
        <p:spPr>
          <a:xfrm>
            <a:off x="643890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RM application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73434F-CADA-380C-1A38-19D95C53EBE3}"/>
              </a:ext>
            </a:extLst>
          </p:cNvPr>
          <p:cNvSpPr/>
          <p:nvPr/>
        </p:nvSpPr>
        <p:spPr>
          <a:xfrm>
            <a:off x="3140075" y="16478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E1177-930F-6716-3237-09AD8C2D6CEC}"/>
              </a:ext>
            </a:extLst>
          </p:cNvPr>
          <p:cNvSpPr/>
          <p:nvPr/>
        </p:nvSpPr>
        <p:spPr>
          <a:xfrm>
            <a:off x="3140075" y="9620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53188-E57E-D8CD-7DFD-C362895E1405}"/>
              </a:ext>
            </a:extLst>
          </p:cNvPr>
          <p:cNvSpPr/>
          <p:nvPr/>
        </p:nvSpPr>
        <p:spPr>
          <a:xfrm>
            <a:off x="5540375" y="992187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29D31-929A-986A-A645-33F8BA3DA5D4}"/>
              </a:ext>
            </a:extLst>
          </p:cNvPr>
          <p:cNvSpPr/>
          <p:nvPr/>
        </p:nvSpPr>
        <p:spPr>
          <a:xfrm>
            <a:off x="5540375" y="1708943"/>
            <a:ext cx="952500" cy="5738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E8A78-2D4D-5D4B-0A46-7FE9C5008F54}"/>
              </a:ext>
            </a:extLst>
          </p:cNvPr>
          <p:cNvSpPr/>
          <p:nvPr/>
        </p:nvSpPr>
        <p:spPr>
          <a:xfrm>
            <a:off x="1314450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CEM application</a:t>
            </a:r>
            <a:endParaRPr lang="nl-NL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1A3C1D-3797-E81C-38EB-2A18657B1A16}"/>
              </a:ext>
            </a:extLst>
          </p:cNvPr>
          <p:cNvSpPr/>
          <p:nvPr/>
        </p:nvSpPr>
        <p:spPr>
          <a:xfrm>
            <a:off x="3190875" y="498316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3BAC1C-2572-4429-A655-466D373D08D3}"/>
              </a:ext>
            </a:extLst>
          </p:cNvPr>
          <p:cNvSpPr/>
          <p:nvPr/>
        </p:nvSpPr>
        <p:spPr>
          <a:xfrm>
            <a:off x="3190875" y="429736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5F1AA1-C89D-1011-85A0-384765AE0A1E}"/>
              </a:ext>
            </a:extLst>
          </p:cNvPr>
          <p:cNvSpPr/>
          <p:nvPr/>
        </p:nvSpPr>
        <p:spPr>
          <a:xfrm>
            <a:off x="6492875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RM application</a:t>
            </a:r>
            <a:endParaRPr lang="nl-N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37C4B3-B2C6-35F2-CBE2-5BA86408C4F8}"/>
              </a:ext>
            </a:extLst>
          </p:cNvPr>
          <p:cNvSpPr/>
          <p:nvPr/>
        </p:nvSpPr>
        <p:spPr>
          <a:xfrm>
            <a:off x="5689600" y="47085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234164-57A6-A875-9D4F-E356849162A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092575" y="1282700"/>
            <a:ext cx="1447800" cy="71318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4F570E-6707-489C-2F74-8D50E901BFDC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092575" y="1309687"/>
            <a:ext cx="1447800" cy="65563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3D2D35-57BC-DD80-8805-416FAC2BF850}"/>
              </a:ext>
            </a:extLst>
          </p:cNvPr>
          <p:cNvCxnSpPr>
            <a:stCxn id="19" idx="3"/>
            <a:endCxn id="16" idx="1"/>
          </p:cNvCxnSpPr>
          <p:nvPr/>
        </p:nvCxnSpPr>
        <p:spPr>
          <a:xfrm flipV="1">
            <a:off x="4143375" y="1995884"/>
            <a:ext cx="1397000" cy="261897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A5C046-B9B0-6020-2546-B49DF100D3B6}"/>
              </a:ext>
            </a:extLst>
          </p:cNvPr>
          <p:cNvCxnSpPr>
            <a:stCxn id="21" idx="1"/>
            <a:endCxn id="13" idx="3"/>
          </p:cNvCxnSpPr>
          <p:nvPr/>
        </p:nvCxnSpPr>
        <p:spPr>
          <a:xfrm flipH="1" flipV="1">
            <a:off x="4092575" y="1965325"/>
            <a:ext cx="1597025" cy="30607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4FB8A6-827A-9FFF-8508-0BFEA9A0DA85}"/>
              </a:ext>
            </a:extLst>
          </p:cNvPr>
          <p:cNvSpPr/>
          <p:nvPr/>
        </p:nvSpPr>
        <p:spPr>
          <a:xfrm>
            <a:off x="7340600" y="2768601"/>
            <a:ext cx="1809750" cy="8318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 S2 pairing server (</a:t>
            </a:r>
            <a:r>
              <a:rPr lang="en-US" dirty="0"/>
              <a:t>optional)</a:t>
            </a:r>
            <a:endParaRPr lang="nl-NL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DE182A-62BE-68A8-AE4E-7D608448A132}"/>
              </a:ext>
            </a:extLst>
          </p:cNvPr>
          <p:cNvSpPr/>
          <p:nvPr/>
        </p:nvSpPr>
        <p:spPr>
          <a:xfrm>
            <a:off x="504825" y="2768601"/>
            <a:ext cx="1809750" cy="8318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4E4902-6BD7-1CCA-4B12-D7E721E7AED8}"/>
              </a:ext>
            </a:extLst>
          </p:cNvPr>
          <p:cNvSpPr/>
          <p:nvPr/>
        </p:nvSpPr>
        <p:spPr>
          <a:xfrm>
            <a:off x="6470650" y="2935287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DD34D4-2ECA-602D-F9F0-3ACC3D95AA3A}"/>
              </a:ext>
            </a:extLst>
          </p:cNvPr>
          <p:cNvSpPr/>
          <p:nvPr/>
        </p:nvSpPr>
        <p:spPr>
          <a:xfrm>
            <a:off x="2225675" y="2958306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7FED19-8CE3-3B9C-9606-30928EA6F5F2}"/>
              </a:ext>
            </a:extLst>
          </p:cNvPr>
          <p:cNvCxnSpPr>
            <a:cxnSpLocks/>
            <a:stCxn id="15" idx="1"/>
            <a:endCxn id="35" idx="3"/>
          </p:cNvCxnSpPr>
          <p:nvPr/>
        </p:nvCxnSpPr>
        <p:spPr>
          <a:xfrm flipH="1">
            <a:off x="3178175" y="1309687"/>
            <a:ext cx="2362200" cy="196611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532AFB-44BD-DCB8-39C1-8F83E36A42DE}"/>
              </a:ext>
            </a:extLst>
          </p:cNvPr>
          <p:cNvCxnSpPr>
            <a:stCxn id="14" idx="3"/>
            <a:endCxn id="34" idx="1"/>
          </p:cNvCxnSpPr>
          <p:nvPr/>
        </p:nvCxnSpPr>
        <p:spPr>
          <a:xfrm>
            <a:off x="4092575" y="1279525"/>
            <a:ext cx="2378075" cy="197326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26B5F6-51F0-BFD8-9F5A-B255A7164174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flipH="1">
            <a:off x="4143375" y="5026025"/>
            <a:ext cx="1546225" cy="27463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CEE905-7024-31B0-5D9E-D9DD73AC8F28}"/>
              </a:ext>
            </a:extLst>
          </p:cNvPr>
          <p:cNvCxnSpPr>
            <a:endCxn id="17" idx="0"/>
          </p:cNvCxnSpPr>
          <p:nvPr/>
        </p:nvCxnSpPr>
        <p:spPr>
          <a:xfrm>
            <a:off x="1409700" y="3600450"/>
            <a:ext cx="917575" cy="56038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0BCB05-D42F-2FBA-328F-CB10F038E91D}"/>
              </a:ext>
            </a:extLst>
          </p:cNvPr>
          <p:cNvCxnSpPr>
            <a:cxnSpLocks/>
            <a:stCxn id="32" idx="2"/>
            <a:endCxn id="20" idx="0"/>
          </p:cNvCxnSpPr>
          <p:nvPr/>
        </p:nvCxnSpPr>
        <p:spPr>
          <a:xfrm flipH="1">
            <a:off x="7505700" y="3600451"/>
            <a:ext cx="739775" cy="56038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32CE25-6C31-27C0-0F92-7C69903E84D9}"/>
              </a:ext>
            </a:extLst>
          </p:cNvPr>
          <p:cNvCxnSpPr>
            <a:cxnSpLocks/>
          </p:cNvCxnSpPr>
          <p:nvPr/>
        </p:nvCxnSpPr>
        <p:spPr>
          <a:xfrm flipV="1">
            <a:off x="4143375" y="5184775"/>
            <a:ext cx="1546225" cy="26035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99F49D-96AA-A3E5-5064-8A4D1894C8ED}"/>
              </a:ext>
            </a:extLst>
          </p:cNvPr>
          <p:cNvCxnSpPr>
            <a:cxnSpLocks/>
          </p:cNvCxnSpPr>
          <p:nvPr/>
        </p:nvCxnSpPr>
        <p:spPr>
          <a:xfrm>
            <a:off x="9699238" y="1647825"/>
            <a:ext cx="17176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82631D-1DE4-86BB-3D90-A130D4327AB4}"/>
              </a:ext>
            </a:extLst>
          </p:cNvPr>
          <p:cNvSpPr txBox="1"/>
          <p:nvPr/>
        </p:nvSpPr>
        <p:spPr>
          <a:xfrm>
            <a:off x="9685764" y="1741207"/>
            <a:ext cx="2242324" cy="46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pointing from initiator to responder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62B194-4BBB-A562-D69F-BDD5158AC653}"/>
              </a:ext>
            </a:extLst>
          </p:cNvPr>
          <p:cNvCxnSpPr>
            <a:cxnSpLocks/>
          </p:cNvCxnSpPr>
          <p:nvPr/>
        </p:nvCxnSpPr>
        <p:spPr>
          <a:xfrm flipH="1">
            <a:off x="9743688" y="2297509"/>
            <a:ext cx="16383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6EF9BC8-86F3-140F-7C39-92C2D5642783}"/>
              </a:ext>
            </a:extLst>
          </p:cNvPr>
          <p:cNvSpPr txBox="1"/>
          <p:nvPr/>
        </p:nvSpPr>
        <p:spPr>
          <a:xfrm>
            <a:off x="9679801" y="2392427"/>
            <a:ext cx="224232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Proprietary connection between cloud representative and S2 node (out of scope)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6470C-E8C4-85DB-A3D4-27BE5D288623}"/>
              </a:ext>
            </a:extLst>
          </p:cNvPr>
          <p:cNvCxnSpPr>
            <a:cxnSpLocks/>
          </p:cNvCxnSpPr>
          <p:nvPr/>
        </p:nvCxnSpPr>
        <p:spPr>
          <a:xfrm>
            <a:off x="9699238" y="3376215"/>
            <a:ext cx="173711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21D9F9-6ADF-9BDD-F959-E45715951CB0}"/>
              </a:ext>
            </a:extLst>
          </p:cNvPr>
          <p:cNvSpPr txBox="1"/>
          <p:nvPr/>
        </p:nvSpPr>
        <p:spPr>
          <a:xfrm>
            <a:off x="9692501" y="3448112"/>
            <a:ext cx="2242324" cy="665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Reverse pairing procedure based on long polling (LAN-LAN only)</a:t>
            </a:r>
          </a:p>
        </p:txBody>
      </p:sp>
    </p:spTree>
    <p:extLst>
      <p:ext uri="{BB962C8B-B14F-4D97-AF65-F5344CB8AC3E}">
        <p14:creationId xmlns:p14="http://schemas.microsoft.com/office/powerpoint/2010/main" val="287863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56908-631C-A946-CA7C-BC0F199DD7C9}"/>
              </a:ext>
            </a:extLst>
          </p:cNvPr>
          <p:cNvSpPr/>
          <p:nvPr/>
        </p:nvSpPr>
        <p:spPr>
          <a:xfrm>
            <a:off x="285750" y="527050"/>
            <a:ext cx="8966200" cy="3168650"/>
          </a:xfrm>
          <a:prstGeom prst="roundRect">
            <a:avLst>
              <a:gd name="adj" fmla="val 7047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WAN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20053-53CA-1C18-5A5A-51780A3647FA}"/>
              </a:ext>
            </a:extLst>
          </p:cNvPr>
          <p:cNvSpPr/>
          <p:nvPr/>
        </p:nvSpPr>
        <p:spPr>
          <a:xfrm>
            <a:off x="285750" y="3797300"/>
            <a:ext cx="8966200" cy="2457450"/>
          </a:xfrm>
          <a:prstGeom prst="roundRect">
            <a:avLst>
              <a:gd name="adj" fmla="val 1545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LAN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126E8-99F4-D76F-7801-689EBEB600B5}"/>
              </a:ext>
            </a:extLst>
          </p:cNvPr>
          <p:cNvSpPr/>
          <p:nvPr/>
        </p:nvSpPr>
        <p:spPr>
          <a:xfrm>
            <a:off x="126365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88E25-9DBA-DF4B-4EC5-739275C675D1}"/>
              </a:ext>
            </a:extLst>
          </p:cNvPr>
          <p:cNvSpPr/>
          <p:nvPr/>
        </p:nvSpPr>
        <p:spPr>
          <a:xfrm>
            <a:off x="643890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73434F-CADA-380C-1A38-19D95C53EBE3}"/>
              </a:ext>
            </a:extLst>
          </p:cNvPr>
          <p:cNvSpPr/>
          <p:nvPr/>
        </p:nvSpPr>
        <p:spPr>
          <a:xfrm>
            <a:off x="3140075" y="16478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E1177-930F-6716-3237-09AD8C2D6CEC}"/>
              </a:ext>
            </a:extLst>
          </p:cNvPr>
          <p:cNvSpPr/>
          <p:nvPr/>
        </p:nvSpPr>
        <p:spPr>
          <a:xfrm>
            <a:off x="3140075" y="9620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53188-E57E-D8CD-7DFD-C362895E1405}"/>
              </a:ext>
            </a:extLst>
          </p:cNvPr>
          <p:cNvSpPr/>
          <p:nvPr/>
        </p:nvSpPr>
        <p:spPr>
          <a:xfrm>
            <a:off x="5590256" y="164544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29D31-929A-986A-A645-33F8BA3DA5D4}"/>
              </a:ext>
            </a:extLst>
          </p:cNvPr>
          <p:cNvSpPr/>
          <p:nvPr/>
        </p:nvSpPr>
        <p:spPr>
          <a:xfrm>
            <a:off x="5590256" y="962420"/>
            <a:ext cx="952500" cy="630238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E8A78-2D4D-5D4B-0A46-7FE9C5008F54}"/>
              </a:ext>
            </a:extLst>
          </p:cNvPr>
          <p:cNvSpPr/>
          <p:nvPr/>
        </p:nvSpPr>
        <p:spPr>
          <a:xfrm>
            <a:off x="1263650" y="4159249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1A3C1D-3797-E81C-38EB-2A18657B1A16}"/>
              </a:ext>
            </a:extLst>
          </p:cNvPr>
          <p:cNvSpPr/>
          <p:nvPr/>
        </p:nvSpPr>
        <p:spPr>
          <a:xfrm>
            <a:off x="3140075" y="4981574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3BAC1C-2572-4429-A655-466D373D08D3}"/>
              </a:ext>
            </a:extLst>
          </p:cNvPr>
          <p:cNvSpPr/>
          <p:nvPr/>
        </p:nvSpPr>
        <p:spPr>
          <a:xfrm>
            <a:off x="3140075" y="4295774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5F1AA1-C89D-1011-85A0-384765AE0A1E}"/>
              </a:ext>
            </a:extLst>
          </p:cNvPr>
          <p:cNvSpPr/>
          <p:nvPr/>
        </p:nvSpPr>
        <p:spPr>
          <a:xfrm>
            <a:off x="6438900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RM application</a:t>
            </a:r>
            <a:endParaRPr lang="nl-N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37C4B3-B2C6-35F2-CBE2-5BA86408C4F8}"/>
              </a:ext>
            </a:extLst>
          </p:cNvPr>
          <p:cNvSpPr/>
          <p:nvPr/>
        </p:nvSpPr>
        <p:spPr>
          <a:xfrm>
            <a:off x="5625675" y="498316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234164-57A6-A875-9D4F-E356849162A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092575" y="1277539"/>
            <a:ext cx="1497681" cy="198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4F570E-6707-489C-2F74-8D50E901BFDC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092575" y="1962942"/>
            <a:ext cx="1497681" cy="23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3D2D35-57BC-DD80-8805-416FAC2BF850}"/>
              </a:ext>
            </a:extLst>
          </p:cNvPr>
          <p:cNvCxnSpPr>
            <a:cxnSpLocks/>
          </p:cNvCxnSpPr>
          <p:nvPr/>
        </p:nvCxnSpPr>
        <p:spPr>
          <a:xfrm flipV="1">
            <a:off x="4074299" y="1513680"/>
            <a:ext cx="1521039" cy="28341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A5C046-B9B0-6020-2546-B49DF100D3B6}"/>
              </a:ext>
            </a:extLst>
          </p:cNvPr>
          <p:cNvCxnSpPr>
            <a:cxnSpLocks/>
          </p:cNvCxnSpPr>
          <p:nvPr/>
        </p:nvCxnSpPr>
        <p:spPr>
          <a:xfrm flipH="1" flipV="1">
            <a:off x="4065588" y="2266155"/>
            <a:ext cx="1585912" cy="271541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4FB8A6-827A-9FFF-8508-0BFEA9A0DA85}"/>
              </a:ext>
            </a:extLst>
          </p:cNvPr>
          <p:cNvSpPr/>
          <p:nvPr/>
        </p:nvSpPr>
        <p:spPr>
          <a:xfrm>
            <a:off x="6490881" y="2778520"/>
            <a:ext cx="1921688" cy="8318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DE182A-62BE-68A8-AE4E-7D608448A132}"/>
              </a:ext>
            </a:extLst>
          </p:cNvPr>
          <p:cNvSpPr/>
          <p:nvPr/>
        </p:nvSpPr>
        <p:spPr>
          <a:xfrm>
            <a:off x="1385888" y="2771774"/>
            <a:ext cx="1809750" cy="8318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4E4902-6BD7-1CCA-4B12-D7E721E7AED8}"/>
              </a:ext>
            </a:extLst>
          </p:cNvPr>
          <p:cNvSpPr/>
          <p:nvPr/>
        </p:nvSpPr>
        <p:spPr>
          <a:xfrm>
            <a:off x="5595338" y="2935286"/>
            <a:ext cx="952500" cy="635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DD34D4-2ECA-602D-F9F0-3ACC3D95AA3A}"/>
              </a:ext>
            </a:extLst>
          </p:cNvPr>
          <p:cNvSpPr/>
          <p:nvPr/>
        </p:nvSpPr>
        <p:spPr>
          <a:xfrm>
            <a:off x="3136727" y="2935286"/>
            <a:ext cx="952500" cy="635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7FED19-8CE3-3B9C-9606-30928EA6F5F2}"/>
              </a:ext>
            </a:extLst>
          </p:cNvPr>
          <p:cNvCxnSpPr>
            <a:cxnSpLocks/>
            <a:stCxn id="15" idx="1"/>
            <a:endCxn id="35" idx="3"/>
          </p:cNvCxnSpPr>
          <p:nvPr/>
        </p:nvCxnSpPr>
        <p:spPr>
          <a:xfrm flipH="1">
            <a:off x="4089227" y="1962942"/>
            <a:ext cx="1501029" cy="128984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532AFB-44BD-DCB8-39C1-8F83E36A42DE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065588" y="1592658"/>
            <a:ext cx="1529750" cy="16601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26B5F6-51F0-BFD8-9F5A-B255A7164174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flipH="1" flipV="1">
            <a:off x="4092575" y="5299074"/>
            <a:ext cx="1533100" cy="158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CEE905-7024-31B0-5D9E-D9DD73AC8F28}"/>
              </a:ext>
            </a:extLst>
          </p:cNvPr>
          <p:cNvCxnSpPr>
            <a:cxnSpLocks/>
            <a:stCxn id="33" idx="2"/>
            <a:endCxn id="17" idx="0"/>
          </p:cNvCxnSpPr>
          <p:nvPr/>
        </p:nvCxnSpPr>
        <p:spPr>
          <a:xfrm flipH="1">
            <a:off x="2276475" y="3603624"/>
            <a:ext cx="14288" cy="555625"/>
          </a:xfrm>
          <a:prstGeom prst="line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0BCB05-D42F-2FBA-328F-CB10F038E91D}"/>
              </a:ext>
            </a:extLst>
          </p:cNvPr>
          <p:cNvCxnSpPr>
            <a:cxnSpLocks/>
            <a:stCxn id="32" idx="2"/>
            <a:endCxn id="20" idx="0"/>
          </p:cNvCxnSpPr>
          <p:nvPr/>
        </p:nvCxnSpPr>
        <p:spPr>
          <a:xfrm>
            <a:off x="7451725" y="3610370"/>
            <a:ext cx="0" cy="550467"/>
          </a:xfrm>
          <a:prstGeom prst="line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32CE25-6C31-27C0-0F92-7C69903E84D9}"/>
              </a:ext>
            </a:extLst>
          </p:cNvPr>
          <p:cNvCxnSpPr>
            <a:cxnSpLocks/>
          </p:cNvCxnSpPr>
          <p:nvPr/>
        </p:nvCxnSpPr>
        <p:spPr>
          <a:xfrm>
            <a:off x="4143375" y="5445125"/>
            <a:ext cx="148230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99F49D-96AA-A3E5-5064-8A4D1894C8ED}"/>
              </a:ext>
            </a:extLst>
          </p:cNvPr>
          <p:cNvCxnSpPr>
            <a:cxnSpLocks/>
          </p:cNvCxnSpPr>
          <p:nvPr/>
        </p:nvCxnSpPr>
        <p:spPr>
          <a:xfrm>
            <a:off x="9699238" y="1495425"/>
            <a:ext cx="17176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82631D-1DE4-86BB-3D90-A130D4327AB4}"/>
              </a:ext>
            </a:extLst>
          </p:cNvPr>
          <p:cNvSpPr txBox="1"/>
          <p:nvPr/>
        </p:nvSpPr>
        <p:spPr>
          <a:xfrm>
            <a:off x="9685764" y="1588807"/>
            <a:ext cx="2106186" cy="46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pointing from initiator to responder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62B194-4BBB-A562-D69F-BDD5158AC653}"/>
              </a:ext>
            </a:extLst>
          </p:cNvPr>
          <p:cNvCxnSpPr>
            <a:cxnSpLocks/>
          </p:cNvCxnSpPr>
          <p:nvPr/>
        </p:nvCxnSpPr>
        <p:spPr>
          <a:xfrm flipH="1">
            <a:off x="9743688" y="2221309"/>
            <a:ext cx="1638300" cy="0"/>
          </a:xfrm>
          <a:prstGeom prst="line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6EF9BC8-86F3-140F-7C39-92C2D5642783}"/>
              </a:ext>
            </a:extLst>
          </p:cNvPr>
          <p:cNvSpPr txBox="1"/>
          <p:nvPr/>
        </p:nvSpPr>
        <p:spPr>
          <a:xfrm>
            <a:off x="9679801" y="2316227"/>
            <a:ext cx="202642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Proprietary connection between cloud representative and S2 node (out of scope)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6470C-E8C4-85DB-A3D4-27BE5D288623}"/>
              </a:ext>
            </a:extLst>
          </p:cNvPr>
          <p:cNvCxnSpPr>
            <a:cxnSpLocks/>
          </p:cNvCxnSpPr>
          <p:nvPr/>
        </p:nvCxnSpPr>
        <p:spPr>
          <a:xfrm>
            <a:off x="9699238" y="4690665"/>
            <a:ext cx="173711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21D9F9-6ADF-9BDD-F959-E45715951CB0}"/>
              </a:ext>
            </a:extLst>
          </p:cNvPr>
          <p:cNvSpPr txBox="1"/>
          <p:nvPr/>
        </p:nvSpPr>
        <p:spPr>
          <a:xfrm>
            <a:off x="9692501" y="4762562"/>
            <a:ext cx="2106184" cy="665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Reverse pairing procedure based on long polling (LAN-LAN only)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EB0AED5-6C51-78FF-BB52-DD7990F262AA}"/>
              </a:ext>
            </a:extLst>
          </p:cNvPr>
          <p:cNvCxnSpPr>
            <a:cxnSpLocks/>
          </p:cNvCxnSpPr>
          <p:nvPr/>
        </p:nvCxnSpPr>
        <p:spPr>
          <a:xfrm flipH="1">
            <a:off x="9743688" y="3377798"/>
            <a:ext cx="1638300" cy="0"/>
          </a:xfrm>
          <a:prstGeom prst="line">
            <a:avLst/>
          </a:prstGeom>
          <a:ln>
            <a:solidFill>
              <a:schemeClr val="accent2"/>
            </a:solidFill>
            <a:prstDash val="solid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C50DB07-2B92-BB75-0BAC-AA48D6D84FB4}"/>
              </a:ext>
            </a:extLst>
          </p:cNvPr>
          <p:cNvSpPr txBox="1"/>
          <p:nvPr/>
        </p:nvSpPr>
        <p:spPr>
          <a:xfrm>
            <a:off x="9679801" y="3472716"/>
            <a:ext cx="210618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when an optional pairing server is used to represent a local LAN node in the WAN using a proprietary connection</a:t>
            </a:r>
          </a:p>
        </p:txBody>
      </p:sp>
    </p:spTree>
    <p:extLst>
      <p:ext uri="{BB962C8B-B14F-4D97-AF65-F5344CB8AC3E}">
        <p14:creationId xmlns:p14="http://schemas.microsoft.com/office/powerpoint/2010/main" val="426480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56908-631C-A946-CA7C-BC0F199DD7C9}"/>
              </a:ext>
            </a:extLst>
          </p:cNvPr>
          <p:cNvSpPr/>
          <p:nvPr/>
        </p:nvSpPr>
        <p:spPr>
          <a:xfrm>
            <a:off x="285750" y="527050"/>
            <a:ext cx="8966200" cy="3168650"/>
          </a:xfrm>
          <a:prstGeom prst="roundRect">
            <a:avLst>
              <a:gd name="adj" fmla="val 7047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WAN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20053-53CA-1C18-5A5A-51780A3647FA}"/>
              </a:ext>
            </a:extLst>
          </p:cNvPr>
          <p:cNvSpPr/>
          <p:nvPr/>
        </p:nvSpPr>
        <p:spPr>
          <a:xfrm>
            <a:off x="285750" y="3797300"/>
            <a:ext cx="8966200" cy="2457450"/>
          </a:xfrm>
          <a:prstGeom prst="roundRect">
            <a:avLst>
              <a:gd name="adj" fmla="val 1545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LAN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126E8-99F4-D76F-7801-689EBEB600B5}"/>
              </a:ext>
            </a:extLst>
          </p:cNvPr>
          <p:cNvSpPr/>
          <p:nvPr/>
        </p:nvSpPr>
        <p:spPr>
          <a:xfrm>
            <a:off x="126365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Endpoint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88E25-9DBA-DF4B-4EC5-739275C675D1}"/>
              </a:ext>
            </a:extLst>
          </p:cNvPr>
          <p:cNvSpPr/>
          <p:nvPr/>
        </p:nvSpPr>
        <p:spPr>
          <a:xfrm>
            <a:off x="643890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Endpoint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73434F-CADA-380C-1A38-19D95C53EBE3}"/>
              </a:ext>
            </a:extLst>
          </p:cNvPr>
          <p:cNvSpPr/>
          <p:nvPr/>
        </p:nvSpPr>
        <p:spPr>
          <a:xfrm>
            <a:off x="3140075" y="1647825"/>
            <a:ext cx="952500" cy="635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E1177-930F-6716-3237-09AD8C2D6CEC}"/>
              </a:ext>
            </a:extLst>
          </p:cNvPr>
          <p:cNvSpPr/>
          <p:nvPr/>
        </p:nvSpPr>
        <p:spPr>
          <a:xfrm>
            <a:off x="3140075" y="962025"/>
            <a:ext cx="952500" cy="635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53188-E57E-D8CD-7DFD-C362895E1405}"/>
              </a:ext>
            </a:extLst>
          </p:cNvPr>
          <p:cNvSpPr/>
          <p:nvPr/>
        </p:nvSpPr>
        <p:spPr>
          <a:xfrm>
            <a:off x="5590256" y="1645442"/>
            <a:ext cx="952500" cy="635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29D31-929A-986A-A645-33F8BA3DA5D4}"/>
              </a:ext>
            </a:extLst>
          </p:cNvPr>
          <p:cNvSpPr/>
          <p:nvPr/>
        </p:nvSpPr>
        <p:spPr>
          <a:xfrm>
            <a:off x="5590256" y="962420"/>
            <a:ext cx="952500" cy="63023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E8A78-2D4D-5D4B-0A46-7FE9C5008F54}"/>
              </a:ext>
            </a:extLst>
          </p:cNvPr>
          <p:cNvSpPr/>
          <p:nvPr/>
        </p:nvSpPr>
        <p:spPr>
          <a:xfrm>
            <a:off x="1263650" y="4159249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Endpoint</a:t>
            </a:r>
            <a:endParaRPr lang="nl-NL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1A3C1D-3797-E81C-38EB-2A18657B1A16}"/>
              </a:ext>
            </a:extLst>
          </p:cNvPr>
          <p:cNvSpPr/>
          <p:nvPr/>
        </p:nvSpPr>
        <p:spPr>
          <a:xfrm>
            <a:off x="3140075" y="4981574"/>
            <a:ext cx="952500" cy="635000"/>
          </a:xfrm>
          <a:prstGeom prst="roundRect">
            <a:avLst/>
          </a:prstGeom>
          <a:gradFill flip="none" rotWithShape="1">
            <a:gsLst>
              <a:gs pos="29000">
                <a:schemeClr val="accent3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3BAC1C-2572-4429-A655-466D373D08D3}"/>
              </a:ext>
            </a:extLst>
          </p:cNvPr>
          <p:cNvSpPr/>
          <p:nvPr/>
        </p:nvSpPr>
        <p:spPr>
          <a:xfrm>
            <a:off x="3140075" y="4295774"/>
            <a:ext cx="952500" cy="635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5F1AA1-C89D-1011-85A0-384765AE0A1E}"/>
              </a:ext>
            </a:extLst>
          </p:cNvPr>
          <p:cNvSpPr/>
          <p:nvPr/>
        </p:nvSpPr>
        <p:spPr>
          <a:xfrm>
            <a:off x="6438900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RM-only Endpoint</a:t>
            </a:r>
            <a:endParaRPr lang="nl-N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37C4B3-B2C6-35F2-CBE2-5BA86408C4F8}"/>
              </a:ext>
            </a:extLst>
          </p:cNvPr>
          <p:cNvSpPr/>
          <p:nvPr/>
        </p:nvSpPr>
        <p:spPr>
          <a:xfrm>
            <a:off x="5625675" y="4983162"/>
            <a:ext cx="952500" cy="635000"/>
          </a:xfrm>
          <a:prstGeom prst="roundRect">
            <a:avLst/>
          </a:prstGeom>
          <a:gradFill flip="none" rotWithShape="1">
            <a:gsLst>
              <a:gs pos="29000">
                <a:schemeClr val="accent3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Pairing </a:t>
            </a:r>
            <a:r>
              <a:rPr lang="en-US" dirty="0"/>
              <a:t>Client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234164-57A6-A875-9D4F-E356849162A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092575" y="1277539"/>
            <a:ext cx="1497681" cy="198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4F570E-6707-489C-2F74-8D50E901BFDC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092575" y="1962942"/>
            <a:ext cx="1497681" cy="23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3D2D35-57BC-DD80-8805-416FAC2BF850}"/>
              </a:ext>
            </a:extLst>
          </p:cNvPr>
          <p:cNvCxnSpPr>
            <a:cxnSpLocks/>
          </p:cNvCxnSpPr>
          <p:nvPr/>
        </p:nvCxnSpPr>
        <p:spPr>
          <a:xfrm flipV="1">
            <a:off x="4074299" y="1513680"/>
            <a:ext cx="1521039" cy="28341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A5C046-B9B0-6020-2546-B49DF100D3B6}"/>
              </a:ext>
            </a:extLst>
          </p:cNvPr>
          <p:cNvCxnSpPr>
            <a:cxnSpLocks/>
          </p:cNvCxnSpPr>
          <p:nvPr/>
        </p:nvCxnSpPr>
        <p:spPr>
          <a:xfrm flipH="1" flipV="1">
            <a:off x="4065588" y="2266155"/>
            <a:ext cx="1585912" cy="271541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4FB8A6-827A-9FFF-8508-0BFEA9A0DA85}"/>
              </a:ext>
            </a:extLst>
          </p:cNvPr>
          <p:cNvSpPr/>
          <p:nvPr/>
        </p:nvSpPr>
        <p:spPr>
          <a:xfrm>
            <a:off x="6436500" y="2778520"/>
            <a:ext cx="2028050" cy="8318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DE182A-62BE-68A8-AE4E-7D608448A132}"/>
              </a:ext>
            </a:extLst>
          </p:cNvPr>
          <p:cNvSpPr/>
          <p:nvPr/>
        </p:nvSpPr>
        <p:spPr>
          <a:xfrm>
            <a:off x="1263650" y="2772854"/>
            <a:ext cx="2025650" cy="8318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4E4902-6BD7-1CCA-4B12-D7E721E7AED8}"/>
              </a:ext>
            </a:extLst>
          </p:cNvPr>
          <p:cNvSpPr/>
          <p:nvPr/>
        </p:nvSpPr>
        <p:spPr>
          <a:xfrm>
            <a:off x="5595338" y="2935286"/>
            <a:ext cx="952500" cy="635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DD34D4-2ECA-602D-F9F0-3ACC3D95AA3A}"/>
              </a:ext>
            </a:extLst>
          </p:cNvPr>
          <p:cNvSpPr/>
          <p:nvPr/>
        </p:nvSpPr>
        <p:spPr>
          <a:xfrm>
            <a:off x="3136727" y="2935286"/>
            <a:ext cx="952500" cy="635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7FED19-8CE3-3B9C-9606-30928EA6F5F2}"/>
              </a:ext>
            </a:extLst>
          </p:cNvPr>
          <p:cNvCxnSpPr>
            <a:cxnSpLocks/>
            <a:stCxn id="15" idx="1"/>
            <a:endCxn id="35" idx="3"/>
          </p:cNvCxnSpPr>
          <p:nvPr/>
        </p:nvCxnSpPr>
        <p:spPr>
          <a:xfrm flipH="1">
            <a:off x="4089227" y="1962942"/>
            <a:ext cx="1501029" cy="128984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532AFB-44BD-DCB8-39C1-8F83E36A42DE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065588" y="1592658"/>
            <a:ext cx="1529750" cy="16601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26B5F6-51F0-BFD8-9F5A-B255A7164174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flipH="1" flipV="1">
            <a:off x="4092575" y="5299074"/>
            <a:ext cx="1533100" cy="158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CEE905-7024-31B0-5D9E-D9DD73AC8F28}"/>
              </a:ext>
            </a:extLst>
          </p:cNvPr>
          <p:cNvCxnSpPr>
            <a:cxnSpLocks/>
            <a:stCxn id="33" idx="2"/>
            <a:endCxn id="17" idx="0"/>
          </p:cNvCxnSpPr>
          <p:nvPr/>
        </p:nvCxnSpPr>
        <p:spPr>
          <a:xfrm>
            <a:off x="2276475" y="3604704"/>
            <a:ext cx="0" cy="554545"/>
          </a:xfrm>
          <a:prstGeom prst="line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0BCB05-D42F-2FBA-328F-CB10F038E91D}"/>
              </a:ext>
            </a:extLst>
          </p:cNvPr>
          <p:cNvCxnSpPr>
            <a:cxnSpLocks/>
            <a:stCxn id="32" idx="2"/>
            <a:endCxn id="20" idx="0"/>
          </p:cNvCxnSpPr>
          <p:nvPr/>
        </p:nvCxnSpPr>
        <p:spPr>
          <a:xfrm>
            <a:off x="7450525" y="3610370"/>
            <a:ext cx="1200" cy="550467"/>
          </a:xfrm>
          <a:prstGeom prst="line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32CE25-6C31-27C0-0F92-7C69903E84D9}"/>
              </a:ext>
            </a:extLst>
          </p:cNvPr>
          <p:cNvCxnSpPr>
            <a:cxnSpLocks/>
          </p:cNvCxnSpPr>
          <p:nvPr/>
        </p:nvCxnSpPr>
        <p:spPr>
          <a:xfrm>
            <a:off x="4143375" y="5445125"/>
            <a:ext cx="148230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99F49D-96AA-A3E5-5064-8A4D1894C8ED}"/>
              </a:ext>
            </a:extLst>
          </p:cNvPr>
          <p:cNvCxnSpPr>
            <a:cxnSpLocks/>
          </p:cNvCxnSpPr>
          <p:nvPr/>
        </p:nvCxnSpPr>
        <p:spPr>
          <a:xfrm>
            <a:off x="9699238" y="1495425"/>
            <a:ext cx="17176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82631D-1DE4-86BB-3D90-A130D4327AB4}"/>
              </a:ext>
            </a:extLst>
          </p:cNvPr>
          <p:cNvSpPr txBox="1"/>
          <p:nvPr/>
        </p:nvSpPr>
        <p:spPr>
          <a:xfrm>
            <a:off x="9685764" y="1588807"/>
            <a:ext cx="2106186" cy="46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pointing from initiator to responder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62B194-4BBB-A562-D69F-BDD5158AC653}"/>
              </a:ext>
            </a:extLst>
          </p:cNvPr>
          <p:cNvCxnSpPr>
            <a:cxnSpLocks/>
          </p:cNvCxnSpPr>
          <p:nvPr/>
        </p:nvCxnSpPr>
        <p:spPr>
          <a:xfrm flipH="1">
            <a:off x="9743688" y="2221309"/>
            <a:ext cx="1638300" cy="0"/>
          </a:xfrm>
          <a:prstGeom prst="line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6EF9BC8-86F3-140F-7C39-92C2D5642783}"/>
              </a:ext>
            </a:extLst>
          </p:cNvPr>
          <p:cNvSpPr txBox="1"/>
          <p:nvPr/>
        </p:nvSpPr>
        <p:spPr>
          <a:xfrm>
            <a:off x="9679801" y="2316227"/>
            <a:ext cx="202642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Proprietary connection between cloud representative and S2 node (out of scope)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6470C-E8C4-85DB-A3D4-27BE5D288623}"/>
              </a:ext>
            </a:extLst>
          </p:cNvPr>
          <p:cNvCxnSpPr>
            <a:cxnSpLocks/>
          </p:cNvCxnSpPr>
          <p:nvPr/>
        </p:nvCxnSpPr>
        <p:spPr>
          <a:xfrm>
            <a:off x="9699238" y="4690665"/>
            <a:ext cx="173711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21D9F9-6ADF-9BDD-F959-E45715951CB0}"/>
              </a:ext>
            </a:extLst>
          </p:cNvPr>
          <p:cNvSpPr txBox="1"/>
          <p:nvPr/>
        </p:nvSpPr>
        <p:spPr>
          <a:xfrm>
            <a:off x="9692501" y="4762562"/>
            <a:ext cx="2106184" cy="665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Reverse pairing procedure based on long polling (LAN-LAN only)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EB0AED5-6C51-78FF-BB52-DD7990F262AA}"/>
              </a:ext>
            </a:extLst>
          </p:cNvPr>
          <p:cNvCxnSpPr>
            <a:cxnSpLocks/>
          </p:cNvCxnSpPr>
          <p:nvPr/>
        </p:nvCxnSpPr>
        <p:spPr>
          <a:xfrm flipH="1">
            <a:off x="9743688" y="3377798"/>
            <a:ext cx="1638300" cy="0"/>
          </a:xfrm>
          <a:prstGeom prst="line">
            <a:avLst/>
          </a:prstGeom>
          <a:ln>
            <a:solidFill>
              <a:schemeClr val="accent2"/>
            </a:solidFill>
            <a:prstDash val="solid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C50DB07-2B92-BB75-0BAC-AA48D6D84FB4}"/>
              </a:ext>
            </a:extLst>
          </p:cNvPr>
          <p:cNvSpPr txBox="1"/>
          <p:nvPr/>
        </p:nvSpPr>
        <p:spPr>
          <a:xfrm>
            <a:off x="9679801" y="3472716"/>
            <a:ext cx="210618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when an optional pairing server is used to represent a local LAN node in the WAN using a proprietary connection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EC2105-91C2-92D9-96C7-3A93412198D2}"/>
              </a:ext>
            </a:extLst>
          </p:cNvPr>
          <p:cNvSpPr/>
          <p:nvPr/>
        </p:nvSpPr>
        <p:spPr>
          <a:xfrm>
            <a:off x="9679801" y="527050"/>
            <a:ext cx="952500" cy="7148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Used by</a:t>
            </a:r>
          </a:p>
          <a:p>
            <a:pPr algn="ctr"/>
            <a:r>
              <a:rPr lang="en-US" sz="1400" dirty="0"/>
              <a:t>Initiator Node</a:t>
            </a:r>
            <a:endParaRPr lang="nl-NL" sz="1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65007B-ABFC-0FA8-677F-19E0B0608246}"/>
              </a:ext>
            </a:extLst>
          </p:cNvPr>
          <p:cNvSpPr/>
          <p:nvPr/>
        </p:nvSpPr>
        <p:spPr>
          <a:xfrm>
            <a:off x="10738858" y="527050"/>
            <a:ext cx="952500" cy="71488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Used by</a:t>
            </a:r>
          </a:p>
          <a:p>
            <a:pPr algn="ctr"/>
            <a:r>
              <a:rPr lang="en-US" sz="1400" dirty="0"/>
              <a:t>Responder Node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07109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EC2105-91C2-92D9-96C7-3A93412198D2}"/>
              </a:ext>
            </a:extLst>
          </p:cNvPr>
          <p:cNvSpPr/>
          <p:nvPr/>
        </p:nvSpPr>
        <p:spPr>
          <a:xfrm>
            <a:off x="9723243" y="471768"/>
            <a:ext cx="952500" cy="635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Initiator Node</a:t>
            </a:r>
            <a:endParaRPr lang="nl-NL" sz="1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65007B-ABFC-0FA8-677F-19E0B0608246}"/>
              </a:ext>
            </a:extLst>
          </p:cNvPr>
          <p:cNvSpPr/>
          <p:nvPr/>
        </p:nvSpPr>
        <p:spPr>
          <a:xfrm>
            <a:off x="10782300" y="471768"/>
            <a:ext cx="952500" cy="635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Responder Node</a:t>
            </a:r>
            <a:endParaRPr lang="nl-NL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79C62F-E5E2-6432-C355-9010AACA1195}"/>
              </a:ext>
            </a:extLst>
          </p:cNvPr>
          <p:cNvSpPr/>
          <p:nvPr/>
        </p:nvSpPr>
        <p:spPr>
          <a:xfrm>
            <a:off x="841972" y="471768"/>
            <a:ext cx="4680642" cy="4561959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S2 application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452F77-6583-B8B7-8106-E94FBA7218B0}"/>
              </a:ext>
            </a:extLst>
          </p:cNvPr>
          <p:cNvSpPr/>
          <p:nvPr/>
        </p:nvSpPr>
        <p:spPr>
          <a:xfrm>
            <a:off x="2623052" y="977774"/>
            <a:ext cx="3472948" cy="391109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Endpoint (Pairing server/client)</a:t>
            </a:r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A246D3-836B-5936-17A7-73895E45836B}"/>
              </a:ext>
            </a:extLst>
          </p:cNvPr>
          <p:cNvSpPr/>
          <p:nvPr/>
        </p:nvSpPr>
        <p:spPr>
          <a:xfrm>
            <a:off x="2752772" y="1522470"/>
            <a:ext cx="2157837" cy="1431472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Node 1 (Initiator / Responder)</a:t>
            </a:r>
            <a:endParaRPr lang="en-GB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D5E047-E68B-E05F-6B18-9C41A9473823}"/>
              </a:ext>
            </a:extLst>
          </p:cNvPr>
          <p:cNvSpPr/>
          <p:nvPr/>
        </p:nvSpPr>
        <p:spPr>
          <a:xfrm>
            <a:off x="2730469" y="3043449"/>
            <a:ext cx="2157837" cy="1431471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Node 2 (Initiator / Responder)</a:t>
            </a:r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187654-395A-73A3-3686-552F2F37F532}"/>
              </a:ext>
            </a:extLst>
          </p:cNvPr>
          <p:cNvSpPr/>
          <p:nvPr/>
        </p:nvSpPr>
        <p:spPr>
          <a:xfrm>
            <a:off x="5018026" y="1860731"/>
            <a:ext cx="2157837" cy="2145181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HTTPS Client/Server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573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EC2105-91C2-92D9-96C7-3A93412198D2}"/>
              </a:ext>
            </a:extLst>
          </p:cNvPr>
          <p:cNvSpPr/>
          <p:nvPr/>
        </p:nvSpPr>
        <p:spPr>
          <a:xfrm>
            <a:off x="9723243" y="471768"/>
            <a:ext cx="952500" cy="635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Initiator Node</a:t>
            </a:r>
            <a:endParaRPr lang="nl-NL" sz="1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65007B-ABFC-0FA8-677F-19E0B0608246}"/>
              </a:ext>
            </a:extLst>
          </p:cNvPr>
          <p:cNvSpPr/>
          <p:nvPr/>
        </p:nvSpPr>
        <p:spPr>
          <a:xfrm>
            <a:off x="10782300" y="471768"/>
            <a:ext cx="952500" cy="635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Responder Node</a:t>
            </a:r>
            <a:endParaRPr lang="nl-NL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79C62F-E5E2-6432-C355-9010AACA1195}"/>
              </a:ext>
            </a:extLst>
          </p:cNvPr>
          <p:cNvSpPr/>
          <p:nvPr/>
        </p:nvSpPr>
        <p:spPr>
          <a:xfrm>
            <a:off x="666749" y="1707496"/>
            <a:ext cx="3190875" cy="344300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S2 application</a:t>
            </a:r>
            <a:endParaRPr lang="en-GB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452F77-6583-B8B7-8106-E94FBA7218B0}"/>
              </a:ext>
            </a:extLst>
          </p:cNvPr>
          <p:cNvSpPr/>
          <p:nvPr/>
        </p:nvSpPr>
        <p:spPr>
          <a:xfrm>
            <a:off x="932412" y="2120270"/>
            <a:ext cx="2215648" cy="2832226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Endpoint (Pairing server)</a:t>
            </a:r>
            <a:endParaRPr lang="en-GB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A246D3-836B-5936-17A7-73895E45836B}"/>
              </a:ext>
            </a:extLst>
          </p:cNvPr>
          <p:cNvSpPr/>
          <p:nvPr/>
        </p:nvSpPr>
        <p:spPr>
          <a:xfrm>
            <a:off x="1117793" y="2759665"/>
            <a:ext cx="1376642" cy="81418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Node 1 (Responder)</a:t>
            </a:r>
            <a:endParaRPr lang="en-GB" sz="1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D5E047-E68B-E05F-6B18-9C41A9473823}"/>
              </a:ext>
            </a:extLst>
          </p:cNvPr>
          <p:cNvSpPr/>
          <p:nvPr/>
        </p:nvSpPr>
        <p:spPr>
          <a:xfrm>
            <a:off x="1117793" y="3677407"/>
            <a:ext cx="1376642" cy="81418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Node 2 (Responder)</a:t>
            </a:r>
            <a:endParaRPr lang="en-GB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187654-395A-73A3-3686-552F2F37F532}"/>
              </a:ext>
            </a:extLst>
          </p:cNvPr>
          <p:cNvSpPr/>
          <p:nvPr/>
        </p:nvSpPr>
        <p:spPr>
          <a:xfrm>
            <a:off x="2324100" y="2900689"/>
            <a:ext cx="1376642" cy="1471286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HTTPS Server</a:t>
            </a:r>
            <a:endParaRPr lang="en-GB"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51CF0E-69C0-7639-32B7-96E1F3192B14}"/>
              </a:ext>
            </a:extLst>
          </p:cNvPr>
          <p:cNvSpPr/>
          <p:nvPr/>
        </p:nvSpPr>
        <p:spPr>
          <a:xfrm>
            <a:off x="5372100" y="1704974"/>
            <a:ext cx="3571875" cy="344300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S2 application</a:t>
            </a:r>
            <a:endParaRPr lang="en-GB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27D818-907A-74B0-7CCF-04F7E4E34DD3}"/>
              </a:ext>
            </a:extLst>
          </p:cNvPr>
          <p:cNvSpPr/>
          <p:nvPr/>
        </p:nvSpPr>
        <p:spPr>
          <a:xfrm>
            <a:off x="6504537" y="2117748"/>
            <a:ext cx="2215648" cy="2832226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Endpoint (Pairing client)</a:t>
            </a:r>
            <a:endParaRPr lang="en-GB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6FFB99-D064-698D-1C4A-1B273F4BF6D0}"/>
              </a:ext>
            </a:extLst>
          </p:cNvPr>
          <p:cNvSpPr/>
          <p:nvPr/>
        </p:nvSpPr>
        <p:spPr>
          <a:xfrm>
            <a:off x="6689918" y="2757143"/>
            <a:ext cx="1376642" cy="81418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Node 1 (Initiator)</a:t>
            </a:r>
            <a:endParaRPr lang="en-GB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C66176-36DD-0602-C351-D3443E1B8D4C}"/>
              </a:ext>
            </a:extLst>
          </p:cNvPr>
          <p:cNvSpPr/>
          <p:nvPr/>
        </p:nvSpPr>
        <p:spPr>
          <a:xfrm>
            <a:off x="6689918" y="3674885"/>
            <a:ext cx="1376642" cy="81418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Node 2 (Initiator)</a:t>
            </a:r>
            <a:endParaRPr lang="en-GB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5D2647-929D-D7D4-53CB-42C495DA976C}"/>
              </a:ext>
            </a:extLst>
          </p:cNvPr>
          <p:cNvSpPr/>
          <p:nvPr/>
        </p:nvSpPr>
        <p:spPr>
          <a:xfrm>
            <a:off x="5592426" y="2887465"/>
            <a:ext cx="1376642" cy="1471286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HTTPS Client</a:t>
            </a:r>
            <a:endParaRPr lang="en-GB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345073-EFE8-C37D-7EC3-73867DFD4EA5}"/>
              </a:ext>
            </a:extLst>
          </p:cNvPr>
          <p:cNvCxnSpPr/>
          <p:nvPr/>
        </p:nvCxnSpPr>
        <p:spPr>
          <a:xfrm flipH="1">
            <a:off x="2040236" y="3352800"/>
            <a:ext cx="52463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125306-BD76-6657-92CA-908BCF9D8466}"/>
              </a:ext>
            </a:extLst>
          </p:cNvPr>
          <p:cNvCxnSpPr>
            <a:cxnSpLocks/>
          </p:cNvCxnSpPr>
          <p:nvPr/>
        </p:nvCxnSpPr>
        <p:spPr>
          <a:xfrm flipH="1">
            <a:off x="3700742" y="3352800"/>
            <a:ext cx="18916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97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EC2105-91C2-92D9-96C7-3A93412198D2}"/>
              </a:ext>
            </a:extLst>
          </p:cNvPr>
          <p:cNvSpPr/>
          <p:nvPr/>
        </p:nvSpPr>
        <p:spPr>
          <a:xfrm>
            <a:off x="9723243" y="471768"/>
            <a:ext cx="952500" cy="635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Initiator Node</a:t>
            </a:r>
            <a:endParaRPr lang="nl-NL" sz="1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65007B-ABFC-0FA8-677F-19E0B0608246}"/>
              </a:ext>
            </a:extLst>
          </p:cNvPr>
          <p:cNvSpPr/>
          <p:nvPr/>
        </p:nvSpPr>
        <p:spPr>
          <a:xfrm>
            <a:off x="10782300" y="471768"/>
            <a:ext cx="952500" cy="635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Responder Node</a:t>
            </a:r>
            <a:endParaRPr lang="nl-NL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A246D3-836B-5936-17A7-73895E45836B}"/>
              </a:ext>
            </a:extLst>
          </p:cNvPr>
          <p:cNvSpPr/>
          <p:nvPr/>
        </p:nvSpPr>
        <p:spPr>
          <a:xfrm>
            <a:off x="1117793" y="2759665"/>
            <a:ext cx="1376642" cy="81418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Node 1 (Responder)</a:t>
            </a:r>
            <a:endParaRPr lang="en-GB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187654-395A-73A3-3686-552F2F37F532}"/>
              </a:ext>
            </a:extLst>
          </p:cNvPr>
          <p:cNvSpPr/>
          <p:nvPr/>
        </p:nvSpPr>
        <p:spPr>
          <a:xfrm>
            <a:off x="2324100" y="2900689"/>
            <a:ext cx="1376642" cy="604510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Pairing Server</a:t>
            </a:r>
            <a:endParaRPr lang="en-GB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6FFB99-D064-698D-1C4A-1B273F4BF6D0}"/>
              </a:ext>
            </a:extLst>
          </p:cNvPr>
          <p:cNvSpPr/>
          <p:nvPr/>
        </p:nvSpPr>
        <p:spPr>
          <a:xfrm>
            <a:off x="6689918" y="2757143"/>
            <a:ext cx="1376642" cy="814187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Node 1 (Initiator)</a:t>
            </a:r>
            <a:endParaRPr lang="en-GB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5D2647-929D-D7D4-53CB-42C495DA976C}"/>
              </a:ext>
            </a:extLst>
          </p:cNvPr>
          <p:cNvSpPr/>
          <p:nvPr/>
        </p:nvSpPr>
        <p:spPr>
          <a:xfrm>
            <a:off x="5592426" y="2887465"/>
            <a:ext cx="1376642" cy="617734"/>
          </a:xfrm>
          <a:prstGeom prst="roundRect">
            <a:avLst>
              <a:gd name="adj" fmla="val 51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Pairing Client</a:t>
            </a:r>
            <a:endParaRPr lang="en-GB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345073-EFE8-C37D-7EC3-73867DFD4EA5}"/>
              </a:ext>
            </a:extLst>
          </p:cNvPr>
          <p:cNvCxnSpPr/>
          <p:nvPr/>
        </p:nvCxnSpPr>
        <p:spPr>
          <a:xfrm flipH="1">
            <a:off x="2040236" y="3352800"/>
            <a:ext cx="52463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125306-BD76-6657-92CA-908BCF9D8466}"/>
              </a:ext>
            </a:extLst>
          </p:cNvPr>
          <p:cNvCxnSpPr>
            <a:cxnSpLocks/>
          </p:cNvCxnSpPr>
          <p:nvPr/>
        </p:nvCxnSpPr>
        <p:spPr>
          <a:xfrm flipH="1">
            <a:off x="3700742" y="3352800"/>
            <a:ext cx="18916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76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56908-631C-A946-CA7C-BC0F199DD7C9}"/>
              </a:ext>
            </a:extLst>
          </p:cNvPr>
          <p:cNvSpPr/>
          <p:nvPr/>
        </p:nvSpPr>
        <p:spPr>
          <a:xfrm>
            <a:off x="285750" y="527050"/>
            <a:ext cx="8966200" cy="3168650"/>
          </a:xfrm>
          <a:prstGeom prst="roundRect">
            <a:avLst>
              <a:gd name="adj" fmla="val 7047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WAN</a:t>
            </a:r>
            <a:endParaRPr lang="nl-NL" sz="160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532AFB-44BD-DCB8-39C1-8F83E36A42DE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074299" y="1592658"/>
            <a:ext cx="1521039" cy="166012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20053-53CA-1C18-5A5A-51780A3647FA}"/>
              </a:ext>
            </a:extLst>
          </p:cNvPr>
          <p:cNvSpPr/>
          <p:nvPr/>
        </p:nvSpPr>
        <p:spPr>
          <a:xfrm>
            <a:off x="285750" y="3797300"/>
            <a:ext cx="8966200" cy="2457450"/>
          </a:xfrm>
          <a:prstGeom prst="roundRect">
            <a:avLst>
              <a:gd name="adj" fmla="val 1545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LAN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126E8-99F4-D76F-7801-689EBEB600B5}"/>
              </a:ext>
            </a:extLst>
          </p:cNvPr>
          <p:cNvSpPr/>
          <p:nvPr/>
        </p:nvSpPr>
        <p:spPr>
          <a:xfrm>
            <a:off x="126365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88E25-9DBA-DF4B-4EC5-739275C675D1}"/>
              </a:ext>
            </a:extLst>
          </p:cNvPr>
          <p:cNvSpPr/>
          <p:nvPr/>
        </p:nvSpPr>
        <p:spPr>
          <a:xfrm>
            <a:off x="643890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73434F-CADA-380C-1A38-19D95C53EBE3}"/>
              </a:ext>
            </a:extLst>
          </p:cNvPr>
          <p:cNvSpPr/>
          <p:nvPr/>
        </p:nvSpPr>
        <p:spPr>
          <a:xfrm>
            <a:off x="3140075" y="16478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E1177-930F-6716-3237-09AD8C2D6CEC}"/>
              </a:ext>
            </a:extLst>
          </p:cNvPr>
          <p:cNvSpPr/>
          <p:nvPr/>
        </p:nvSpPr>
        <p:spPr>
          <a:xfrm>
            <a:off x="3140075" y="9620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53188-E57E-D8CD-7DFD-C362895E1405}"/>
              </a:ext>
            </a:extLst>
          </p:cNvPr>
          <p:cNvSpPr/>
          <p:nvPr/>
        </p:nvSpPr>
        <p:spPr>
          <a:xfrm>
            <a:off x="5590256" y="164544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29D31-929A-986A-A645-33F8BA3DA5D4}"/>
              </a:ext>
            </a:extLst>
          </p:cNvPr>
          <p:cNvSpPr/>
          <p:nvPr/>
        </p:nvSpPr>
        <p:spPr>
          <a:xfrm>
            <a:off x="5590256" y="962420"/>
            <a:ext cx="952500" cy="630238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E8A78-2D4D-5D4B-0A46-7FE9C5008F54}"/>
              </a:ext>
            </a:extLst>
          </p:cNvPr>
          <p:cNvSpPr/>
          <p:nvPr/>
        </p:nvSpPr>
        <p:spPr>
          <a:xfrm>
            <a:off x="1263650" y="4159249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1A3C1D-3797-E81C-38EB-2A18657B1A16}"/>
              </a:ext>
            </a:extLst>
          </p:cNvPr>
          <p:cNvSpPr/>
          <p:nvPr/>
        </p:nvSpPr>
        <p:spPr>
          <a:xfrm>
            <a:off x="3140075" y="4981574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3BAC1C-2572-4429-A655-466D373D08D3}"/>
              </a:ext>
            </a:extLst>
          </p:cNvPr>
          <p:cNvSpPr/>
          <p:nvPr/>
        </p:nvSpPr>
        <p:spPr>
          <a:xfrm>
            <a:off x="3140075" y="4295774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5F1AA1-C89D-1011-85A0-384765AE0A1E}"/>
              </a:ext>
            </a:extLst>
          </p:cNvPr>
          <p:cNvSpPr/>
          <p:nvPr/>
        </p:nvSpPr>
        <p:spPr>
          <a:xfrm>
            <a:off x="6438900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RM application</a:t>
            </a:r>
            <a:endParaRPr lang="nl-N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37C4B3-B2C6-35F2-CBE2-5BA86408C4F8}"/>
              </a:ext>
            </a:extLst>
          </p:cNvPr>
          <p:cNvSpPr/>
          <p:nvPr/>
        </p:nvSpPr>
        <p:spPr>
          <a:xfrm>
            <a:off x="5625675" y="498316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234164-57A6-A875-9D4F-E356849162A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092575" y="1277539"/>
            <a:ext cx="1497681" cy="198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4F570E-6707-489C-2F74-8D50E901BFDC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092575" y="1962942"/>
            <a:ext cx="1497681" cy="23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A5C046-B9B0-6020-2546-B49DF100D3B6}"/>
              </a:ext>
            </a:extLst>
          </p:cNvPr>
          <p:cNvCxnSpPr>
            <a:cxnSpLocks/>
          </p:cNvCxnSpPr>
          <p:nvPr/>
        </p:nvCxnSpPr>
        <p:spPr>
          <a:xfrm flipH="1" flipV="1">
            <a:off x="4065588" y="2266155"/>
            <a:ext cx="1585912" cy="271541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4FB8A6-827A-9FFF-8508-0BFEA9A0DA85}"/>
              </a:ext>
            </a:extLst>
          </p:cNvPr>
          <p:cNvSpPr/>
          <p:nvPr/>
        </p:nvSpPr>
        <p:spPr>
          <a:xfrm>
            <a:off x="6490881" y="2778520"/>
            <a:ext cx="1921688" cy="83185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DE182A-62BE-68A8-AE4E-7D608448A132}"/>
              </a:ext>
            </a:extLst>
          </p:cNvPr>
          <p:cNvSpPr/>
          <p:nvPr/>
        </p:nvSpPr>
        <p:spPr>
          <a:xfrm>
            <a:off x="1385888" y="2771774"/>
            <a:ext cx="1809750" cy="83185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4E4902-6BD7-1CCA-4B12-D7E721E7AED8}"/>
              </a:ext>
            </a:extLst>
          </p:cNvPr>
          <p:cNvSpPr/>
          <p:nvPr/>
        </p:nvSpPr>
        <p:spPr>
          <a:xfrm>
            <a:off x="5595338" y="2935286"/>
            <a:ext cx="952500" cy="635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DD34D4-2ECA-602D-F9F0-3ACC3D95AA3A}"/>
              </a:ext>
            </a:extLst>
          </p:cNvPr>
          <p:cNvSpPr/>
          <p:nvPr/>
        </p:nvSpPr>
        <p:spPr>
          <a:xfrm>
            <a:off x="3136727" y="2935286"/>
            <a:ext cx="952500" cy="635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7FED19-8CE3-3B9C-9606-30928EA6F5F2}"/>
              </a:ext>
            </a:extLst>
          </p:cNvPr>
          <p:cNvCxnSpPr>
            <a:cxnSpLocks/>
            <a:stCxn id="15" idx="1"/>
            <a:endCxn id="35" idx="3"/>
          </p:cNvCxnSpPr>
          <p:nvPr/>
        </p:nvCxnSpPr>
        <p:spPr>
          <a:xfrm flipH="1">
            <a:off x="4089227" y="1962942"/>
            <a:ext cx="1501029" cy="1289844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26B5F6-51F0-BFD8-9F5A-B255A7164174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flipH="1" flipV="1">
            <a:off x="4092575" y="5299074"/>
            <a:ext cx="1533100" cy="158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CEE905-7024-31B0-5D9E-D9DD73AC8F28}"/>
              </a:ext>
            </a:extLst>
          </p:cNvPr>
          <p:cNvCxnSpPr>
            <a:cxnSpLocks/>
            <a:stCxn id="33" idx="2"/>
            <a:endCxn id="17" idx="0"/>
          </p:cNvCxnSpPr>
          <p:nvPr/>
        </p:nvCxnSpPr>
        <p:spPr>
          <a:xfrm flipH="1">
            <a:off x="2276475" y="3603624"/>
            <a:ext cx="14288" cy="55562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0BCB05-D42F-2FBA-328F-CB10F038E91D}"/>
              </a:ext>
            </a:extLst>
          </p:cNvPr>
          <p:cNvCxnSpPr>
            <a:cxnSpLocks/>
            <a:stCxn id="32" idx="2"/>
            <a:endCxn id="20" idx="0"/>
          </p:cNvCxnSpPr>
          <p:nvPr/>
        </p:nvCxnSpPr>
        <p:spPr>
          <a:xfrm>
            <a:off x="7451725" y="3610370"/>
            <a:ext cx="0" cy="5504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32CE25-6C31-27C0-0F92-7C69903E84D9}"/>
              </a:ext>
            </a:extLst>
          </p:cNvPr>
          <p:cNvCxnSpPr>
            <a:cxnSpLocks/>
          </p:cNvCxnSpPr>
          <p:nvPr/>
        </p:nvCxnSpPr>
        <p:spPr>
          <a:xfrm flipV="1">
            <a:off x="4143375" y="5435599"/>
            <a:ext cx="1482300" cy="952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99F49D-96AA-A3E5-5064-8A4D1894C8ED}"/>
              </a:ext>
            </a:extLst>
          </p:cNvPr>
          <p:cNvCxnSpPr>
            <a:cxnSpLocks/>
          </p:cNvCxnSpPr>
          <p:nvPr/>
        </p:nvCxnSpPr>
        <p:spPr>
          <a:xfrm>
            <a:off x="9699238" y="1647825"/>
            <a:ext cx="17176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82631D-1DE4-86BB-3D90-A130D4327AB4}"/>
              </a:ext>
            </a:extLst>
          </p:cNvPr>
          <p:cNvSpPr txBox="1"/>
          <p:nvPr/>
        </p:nvSpPr>
        <p:spPr>
          <a:xfrm>
            <a:off x="9685764" y="1741207"/>
            <a:ext cx="2242324" cy="46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pointing from initiator to responder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62B194-4BBB-A562-D69F-BDD5158AC653}"/>
              </a:ext>
            </a:extLst>
          </p:cNvPr>
          <p:cNvCxnSpPr>
            <a:cxnSpLocks/>
          </p:cNvCxnSpPr>
          <p:nvPr/>
        </p:nvCxnSpPr>
        <p:spPr>
          <a:xfrm flipH="1">
            <a:off x="9743688" y="2297509"/>
            <a:ext cx="16383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6EF9BC8-86F3-140F-7C39-92C2D5642783}"/>
              </a:ext>
            </a:extLst>
          </p:cNvPr>
          <p:cNvSpPr txBox="1"/>
          <p:nvPr/>
        </p:nvSpPr>
        <p:spPr>
          <a:xfrm>
            <a:off x="9679801" y="2392427"/>
            <a:ext cx="224232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Proprietary connection between cloud representative and S2 node (out of scope)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6470C-E8C4-85DB-A3D4-27BE5D288623}"/>
              </a:ext>
            </a:extLst>
          </p:cNvPr>
          <p:cNvCxnSpPr>
            <a:cxnSpLocks/>
          </p:cNvCxnSpPr>
          <p:nvPr/>
        </p:nvCxnSpPr>
        <p:spPr>
          <a:xfrm>
            <a:off x="9699238" y="3376215"/>
            <a:ext cx="173711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21D9F9-6ADF-9BDD-F959-E45715951CB0}"/>
              </a:ext>
            </a:extLst>
          </p:cNvPr>
          <p:cNvSpPr txBox="1"/>
          <p:nvPr/>
        </p:nvSpPr>
        <p:spPr>
          <a:xfrm>
            <a:off x="9692501" y="3448112"/>
            <a:ext cx="2242324" cy="665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Reverse pairing procedure based on long polling (LAN-LAN only)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3D2D35-57BC-DD80-8805-416FAC2BF850}"/>
              </a:ext>
            </a:extLst>
          </p:cNvPr>
          <p:cNvCxnSpPr>
            <a:cxnSpLocks/>
          </p:cNvCxnSpPr>
          <p:nvPr/>
        </p:nvCxnSpPr>
        <p:spPr>
          <a:xfrm flipV="1">
            <a:off x="4074299" y="1513680"/>
            <a:ext cx="1521039" cy="28341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07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56908-631C-A946-CA7C-BC0F199DD7C9}"/>
              </a:ext>
            </a:extLst>
          </p:cNvPr>
          <p:cNvSpPr/>
          <p:nvPr/>
        </p:nvSpPr>
        <p:spPr>
          <a:xfrm>
            <a:off x="285750" y="527050"/>
            <a:ext cx="8966200" cy="3168650"/>
          </a:xfrm>
          <a:prstGeom prst="roundRect">
            <a:avLst>
              <a:gd name="adj" fmla="val 7047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WAN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20053-53CA-1C18-5A5A-51780A3647FA}"/>
              </a:ext>
            </a:extLst>
          </p:cNvPr>
          <p:cNvSpPr/>
          <p:nvPr/>
        </p:nvSpPr>
        <p:spPr>
          <a:xfrm>
            <a:off x="285750" y="3797300"/>
            <a:ext cx="8966200" cy="2457450"/>
          </a:xfrm>
          <a:prstGeom prst="roundRect">
            <a:avLst>
              <a:gd name="adj" fmla="val 11190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LAN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126E8-99F4-D76F-7801-689EBEB600B5}"/>
              </a:ext>
            </a:extLst>
          </p:cNvPr>
          <p:cNvSpPr/>
          <p:nvPr/>
        </p:nvSpPr>
        <p:spPr>
          <a:xfrm>
            <a:off x="126365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88E25-9DBA-DF4B-4EC5-739275C675D1}"/>
              </a:ext>
            </a:extLst>
          </p:cNvPr>
          <p:cNvSpPr/>
          <p:nvPr/>
        </p:nvSpPr>
        <p:spPr>
          <a:xfrm>
            <a:off x="643890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73434F-CADA-380C-1A38-19D95C53EBE3}"/>
              </a:ext>
            </a:extLst>
          </p:cNvPr>
          <p:cNvSpPr/>
          <p:nvPr/>
        </p:nvSpPr>
        <p:spPr>
          <a:xfrm>
            <a:off x="3140075" y="16478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E1177-930F-6716-3237-09AD8C2D6CEC}"/>
              </a:ext>
            </a:extLst>
          </p:cNvPr>
          <p:cNvSpPr/>
          <p:nvPr/>
        </p:nvSpPr>
        <p:spPr>
          <a:xfrm>
            <a:off x="3140075" y="9620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53188-E57E-D8CD-7DFD-C362895E1405}"/>
              </a:ext>
            </a:extLst>
          </p:cNvPr>
          <p:cNvSpPr/>
          <p:nvPr/>
        </p:nvSpPr>
        <p:spPr>
          <a:xfrm>
            <a:off x="5590256" y="164544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29D31-929A-986A-A645-33F8BA3DA5D4}"/>
              </a:ext>
            </a:extLst>
          </p:cNvPr>
          <p:cNvSpPr/>
          <p:nvPr/>
        </p:nvSpPr>
        <p:spPr>
          <a:xfrm>
            <a:off x="5590256" y="962420"/>
            <a:ext cx="952500" cy="630238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E8A78-2D4D-5D4B-0A46-7FE9C5008F54}"/>
              </a:ext>
            </a:extLst>
          </p:cNvPr>
          <p:cNvSpPr/>
          <p:nvPr/>
        </p:nvSpPr>
        <p:spPr>
          <a:xfrm>
            <a:off x="1263650" y="4159249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1A3C1D-3797-E81C-38EB-2A18657B1A16}"/>
              </a:ext>
            </a:extLst>
          </p:cNvPr>
          <p:cNvSpPr/>
          <p:nvPr/>
        </p:nvSpPr>
        <p:spPr>
          <a:xfrm>
            <a:off x="3140075" y="4981574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3BAC1C-2572-4429-A655-466D373D08D3}"/>
              </a:ext>
            </a:extLst>
          </p:cNvPr>
          <p:cNvSpPr/>
          <p:nvPr/>
        </p:nvSpPr>
        <p:spPr>
          <a:xfrm>
            <a:off x="3140075" y="4295774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5F1AA1-C89D-1011-85A0-384765AE0A1E}"/>
              </a:ext>
            </a:extLst>
          </p:cNvPr>
          <p:cNvSpPr/>
          <p:nvPr/>
        </p:nvSpPr>
        <p:spPr>
          <a:xfrm>
            <a:off x="6438900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RM application</a:t>
            </a:r>
            <a:endParaRPr lang="nl-N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37C4B3-B2C6-35F2-CBE2-5BA86408C4F8}"/>
              </a:ext>
            </a:extLst>
          </p:cNvPr>
          <p:cNvSpPr/>
          <p:nvPr/>
        </p:nvSpPr>
        <p:spPr>
          <a:xfrm>
            <a:off x="5625675" y="498316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234164-57A6-A875-9D4F-E356849162A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092575" y="1277539"/>
            <a:ext cx="1497681" cy="198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4F570E-6707-489C-2F74-8D50E901BFDC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092575" y="1962942"/>
            <a:ext cx="1497681" cy="23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A5C046-B9B0-6020-2546-B49DF100D3B6}"/>
              </a:ext>
            </a:extLst>
          </p:cNvPr>
          <p:cNvCxnSpPr>
            <a:cxnSpLocks/>
          </p:cNvCxnSpPr>
          <p:nvPr/>
        </p:nvCxnSpPr>
        <p:spPr>
          <a:xfrm flipH="1" flipV="1">
            <a:off x="4065588" y="2266155"/>
            <a:ext cx="1585912" cy="271541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26B5F6-51F0-BFD8-9F5A-B255A7164174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flipH="1" flipV="1">
            <a:off x="4092575" y="5299074"/>
            <a:ext cx="1533100" cy="158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CEE905-7024-31B0-5D9E-D9DD73AC8F28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276475" y="3603624"/>
            <a:ext cx="14288" cy="55562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0BCB05-D42F-2FBA-328F-CB10F038E91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451725" y="3610370"/>
            <a:ext cx="0" cy="5504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32CE25-6C31-27C0-0F92-7C69903E84D9}"/>
              </a:ext>
            </a:extLst>
          </p:cNvPr>
          <p:cNvCxnSpPr>
            <a:cxnSpLocks/>
          </p:cNvCxnSpPr>
          <p:nvPr/>
        </p:nvCxnSpPr>
        <p:spPr>
          <a:xfrm flipV="1">
            <a:off x="4143375" y="5435599"/>
            <a:ext cx="1482300" cy="952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99F49D-96AA-A3E5-5064-8A4D1894C8ED}"/>
              </a:ext>
            </a:extLst>
          </p:cNvPr>
          <p:cNvCxnSpPr>
            <a:cxnSpLocks/>
          </p:cNvCxnSpPr>
          <p:nvPr/>
        </p:nvCxnSpPr>
        <p:spPr>
          <a:xfrm>
            <a:off x="9699238" y="1647825"/>
            <a:ext cx="17176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82631D-1DE4-86BB-3D90-A130D4327AB4}"/>
              </a:ext>
            </a:extLst>
          </p:cNvPr>
          <p:cNvSpPr txBox="1"/>
          <p:nvPr/>
        </p:nvSpPr>
        <p:spPr>
          <a:xfrm>
            <a:off x="9685764" y="1741207"/>
            <a:ext cx="2242324" cy="46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pointing from initiator to responder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6470C-E8C4-85DB-A3D4-27BE5D288623}"/>
              </a:ext>
            </a:extLst>
          </p:cNvPr>
          <p:cNvCxnSpPr>
            <a:cxnSpLocks/>
          </p:cNvCxnSpPr>
          <p:nvPr/>
        </p:nvCxnSpPr>
        <p:spPr>
          <a:xfrm>
            <a:off x="9699238" y="3376215"/>
            <a:ext cx="173711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21D9F9-6ADF-9BDD-F959-E45715951CB0}"/>
              </a:ext>
            </a:extLst>
          </p:cNvPr>
          <p:cNvSpPr txBox="1"/>
          <p:nvPr/>
        </p:nvSpPr>
        <p:spPr>
          <a:xfrm>
            <a:off x="9692501" y="3448112"/>
            <a:ext cx="2242324" cy="665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Reverse pairing procedure based on long polling (LAN-LAN only)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3D2D35-57BC-DD80-8805-416FAC2BF850}"/>
              </a:ext>
            </a:extLst>
          </p:cNvPr>
          <p:cNvCxnSpPr>
            <a:cxnSpLocks/>
          </p:cNvCxnSpPr>
          <p:nvPr/>
        </p:nvCxnSpPr>
        <p:spPr>
          <a:xfrm flipV="1">
            <a:off x="4074299" y="1513680"/>
            <a:ext cx="1521039" cy="28341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36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56908-631C-A946-CA7C-BC0F199DD7C9}"/>
              </a:ext>
            </a:extLst>
          </p:cNvPr>
          <p:cNvSpPr/>
          <p:nvPr/>
        </p:nvSpPr>
        <p:spPr>
          <a:xfrm>
            <a:off x="285750" y="527050"/>
            <a:ext cx="8966200" cy="3168650"/>
          </a:xfrm>
          <a:prstGeom prst="roundRect">
            <a:avLst>
              <a:gd name="adj" fmla="val 7047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WAN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20053-53CA-1C18-5A5A-51780A3647FA}"/>
              </a:ext>
            </a:extLst>
          </p:cNvPr>
          <p:cNvSpPr/>
          <p:nvPr/>
        </p:nvSpPr>
        <p:spPr>
          <a:xfrm>
            <a:off x="285750" y="3797300"/>
            <a:ext cx="8966200" cy="2457450"/>
          </a:xfrm>
          <a:prstGeom prst="roundRect">
            <a:avLst>
              <a:gd name="adj" fmla="val 1545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tx1"/>
                </a:solidFill>
              </a:rPr>
              <a:t>LAN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126E8-99F4-D76F-7801-689EBEB600B5}"/>
              </a:ext>
            </a:extLst>
          </p:cNvPr>
          <p:cNvSpPr/>
          <p:nvPr/>
        </p:nvSpPr>
        <p:spPr>
          <a:xfrm>
            <a:off x="126365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88E25-9DBA-DF4B-4EC5-739275C675D1}"/>
              </a:ext>
            </a:extLst>
          </p:cNvPr>
          <p:cNvSpPr/>
          <p:nvPr/>
        </p:nvSpPr>
        <p:spPr>
          <a:xfrm>
            <a:off x="6438900" y="825500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73434F-CADA-380C-1A38-19D95C53EBE3}"/>
              </a:ext>
            </a:extLst>
          </p:cNvPr>
          <p:cNvSpPr/>
          <p:nvPr/>
        </p:nvSpPr>
        <p:spPr>
          <a:xfrm>
            <a:off x="3140075" y="16478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E1177-930F-6716-3237-09AD8C2D6CEC}"/>
              </a:ext>
            </a:extLst>
          </p:cNvPr>
          <p:cNvSpPr/>
          <p:nvPr/>
        </p:nvSpPr>
        <p:spPr>
          <a:xfrm>
            <a:off x="3140075" y="962025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53188-E57E-D8CD-7DFD-C362895E1405}"/>
              </a:ext>
            </a:extLst>
          </p:cNvPr>
          <p:cNvSpPr/>
          <p:nvPr/>
        </p:nvSpPr>
        <p:spPr>
          <a:xfrm>
            <a:off x="5590256" y="1645442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Client</a:t>
            </a:r>
            <a:endParaRPr lang="nl-N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29D31-929A-986A-A645-33F8BA3DA5D4}"/>
              </a:ext>
            </a:extLst>
          </p:cNvPr>
          <p:cNvSpPr/>
          <p:nvPr/>
        </p:nvSpPr>
        <p:spPr>
          <a:xfrm>
            <a:off x="5590256" y="962420"/>
            <a:ext cx="952500" cy="630238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E8A78-2D4D-5D4B-0A46-7FE9C5008F54}"/>
              </a:ext>
            </a:extLst>
          </p:cNvPr>
          <p:cNvSpPr/>
          <p:nvPr/>
        </p:nvSpPr>
        <p:spPr>
          <a:xfrm>
            <a:off x="1263650" y="4159249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application</a:t>
            </a:r>
            <a:endParaRPr lang="nl-N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5F1AA1-C89D-1011-85A0-384765AE0A1E}"/>
              </a:ext>
            </a:extLst>
          </p:cNvPr>
          <p:cNvSpPr/>
          <p:nvPr/>
        </p:nvSpPr>
        <p:spPr>
          <a:xfrm>
            <a:off x="6438900" y="4160837"/>
            <a:ext cx="2025650" cy="16446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 RM application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234164-57A6-A875-9D4F-E356849162A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092575" y="1277539"/>
            <a:ext cx="1497681" cy="198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4F570E-6707-489C-2F74-8D50E901BFDC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092575" y="1962942"/>
            <a:ext cx="1497681" cy="23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4FB8A6-827A-9FFF-8508-0BFEA9A0DA85}"/>
              </a:ext>
            </a:extLst>
          </p:cNvPr>
          <p:cNvSpPr/>
          <p:nvPr/>
        </p:nvSpPr>
        <p:spPr>
          <a:xfrm>
            <a:off x="6490881" y="2778520"/>
            <a:ext cx="1921688" cy="8318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DE182A-62BE-68A8-AE4E-7D608448A132}"/>
              </a:ext>
            </a:extLst>
          </p:cNvPr>
          <p:cNvSpPr/>
          <p:nvPr/>
        </p:nvSpPr>
        <p:spPr>
          <a:xfrm>
            <a:off x="1385888" y="2771774"/>
            <a:ext cx="1809750" cy="8318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 S2 pairing server (optional)</a:t>
            </a:r>
            <a:endParaRPr lang="nl-NL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4E4902-6BD7-1CCA-4B12-D7E721E7AED8}"/>
              </a:ext>
            </a:extLst>
          </p:cNvPr>
          <p:cNvSpPr/>
          <p:nvPr/>
        </p:nvSpPr>
        <p:spPr>
          <a:xfrm>
            <a:off x="5595338" y="2935286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DD34D4-2ECA-602D-F9F0-3ACC3D95AA3A}"/>
              </a:ext>
            </a:extLst>
          </p:cNvPr>
          <p:cNvSpPr/>
          <p:nvPr/>
        </p:nvSpPr>
        <p:spPr>
          <a:xfrm>
            <a:off x="3136727" y="2935286"/>
            <a:ext cx="952500" cy="63500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Pairing server</a:t>
            </a:r>
            <a:endParaRPr lang="nl-N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7FED19-8CE3-3B9C-9606-30928EA6F5F2}"/>
              </a:ext>
            </a:extLst>
          </p:cNvPr>
          <p:cNvCxnSpPr>
            <a:cxnSpLocks/>
            <a:stCxn id="15" idx="1"/>
            <a:endCxn id="35" idx="3"/>
          </p:cNvCxnSpPr>
          <p:nvPr/>
        </p:nvCxnSpPr>
        <p:spPr>
          <a:xfrm flipH="1">
            <a:off x="4089227" y="1962942"/>
            <a:ext cx="1501029" cy="128984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532AFB-44BD-DCB8-39C1-8F83E36A42DE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074299" y="1592658"/>
            <a:ext cx="1521039" cy="166012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CEE905-7024-31B0-5D9E-D9DD73AC8F28}"/>
              </a:ext>
            </a:extLst>
          </p:cNvPr>
          <p:cNvCxnSpPr>
            <a:cxnSpLocks/>
            <a:stCxn id="33" idx="2"/>
            <a:endCxn id="17" idx="0"/>
          </p:cNvCxnSpPr>
          <p:nvPr/>
        </p:nvCxnSpPr>
        <p:spPr>
          <a:xfrm flipH="1">
            <a:off x="2276475" y="3603624"/>
            <a:ext cx="14288" cy="55562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0BCB05-D42F-2FBA-328F-CB10F038E91D}"/>
              </a:ext>
            </a:extLst>
          </p:cNvPr>
          <p:cNvCxnSpPr>
            <a:cxnSpLocks/>
            <a:stCxn id="32" idx="2"/>
            <a:endCxn id="20" idx="0"/>
          </p:cNvCxnSpPr>
          <p:nvPr/>
        </p:nvCxnSpPr>
        <p:spPr>
          <a:xfrm>
            <a:off x="7451725" y="3610370"/>
            <a:ext cx="0" cy="55046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99F49D-96AA-A3E5-5064-8A4D1894C8ED}"/>
              </a:ext>
            </a:extLst>
          </p:cNvPr>
          <p:cNvCxnSpPr>
            <a:cxnSpLocks/>
          </p:cNvCxnSpPr>
          <p:nvPr/>
        </p:nvCxnSpPr>
        <p:spPr>
          <a:xfrm>
            <a:off x="9699238" y="1647825"/>
            <a:ext cx="17176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82631D-1DE4-86BB-3D90-A130D4327AB4}"/>
              </a:ext>
            </a:extLst>
          </p:cNvPr>
          <p:cNvSpPr txBox="1"/>
          <p:nvPr/>
        </p:nvSpPr>
        <p:spPr>
          <a:xfrm>
            <a:off x="9685764" y="1741207"/>
            <a:ext cx="2242324" cy="46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Pairing process pointing from initiator to responder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62B194-4BBB-A562-D69F-BDD5158AC653}"/>
              </a:ext>
            </a:extLst>
          </p:cNvPr>
          <p:cNvCxnSpPr>
            <a:cxnSpLocks/>
          </p:cNvCxnSpPr>
          <p:nvPr/>
        </p:nvCxnSpPr>
        <p:spPr>
          <a:xfrm flipH="1">
            <a:off x="9743688" y="2297509"/>
            <a:ext cx="16383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6EF9BC8-86F3-140F-7C39-92C2D5642783}"/>
              </a:ext>
            </a:extLst>
          </p:cNvPr>
          <p:cNvSpPr txBox="1"/>
          <p:nvPr/>
        </p:nvSpPr>
        <p:spPr>
          <a:xfrm>
            <a:off x="9679801" y="2392427"/>
            <a:ext cx="2242324" cy="960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Proprietary connection between cloud representative and S2 node (out of scope)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6470C-E8C4-85DB-A3D4-27BE5D288623}"/>
              </a:ext>
            </a:extLst>
          </p:cNvPr>
          <p:cNvCxnSpPr>
            <a:cxnSpLocks/>
          </p:cNvCxnSpPr>
          <p:nvPr/>
        </p:nvCxnSpPr>
        <p:spPr>
          <a:xfrm>
            <a:off x="9699238" y="3376215"/>
            <a:ext cx="173711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21D9F9-6ADF-9BDD-F959-E45715951CB0}"/>
              </a:ext>
            </a:extLst>
          </p:cNvPr>
          <p:cNvSpPr txBox="1"/>
          <p:nvPr/>
        </p:nvSpPr>
        <p:spPr>
          <a:xfrm>
            <a:off x="9692501" y="3448112"/>
            <a:ext cx="2242324" cy="665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Reverse pairing procedure based on long polling (LAN-LAN only)</a:t>
            </a:r>
          </a:p>
        </p:txBody>
      </p:sp>
    </p:spTree>
    <p:extLst>
      <p:ext uri="{BB962C8B-B14F-4D97-AF65-F5344CB8AC3E}">
        <p14:creationId xmlns:p14="http://schemas.microsoft.com/office/powerpoint/2010/main" val="174848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8159</TotalTime>
  <Words>683</Words>
  <Application>Microsoft Office PowerPoint</Application>
  <PresentationFormat>Widescreen</PresentationFormat>
  <Paragraphs>210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Wijbrandi, W.E. (Wilco)</dc:creator>
  <cp:lastModifiedBy>Wijbrandi, W.E. (Wilco)</cp:lastModifiedBy>
  <cp:revision>30</cp:revision>
  <dcterms:created xsi:type="dcterms:W3CDTF">2025-11-20T09:11:09Z</dcterms:created>
  <dcterms:modified xsi:type="dcterms:W3CDTF">2026-07-09T08:02:43Z</dcterms:modified>
</cp:coreProperties>
</file>